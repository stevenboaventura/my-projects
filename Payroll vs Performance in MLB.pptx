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58" r:id="rId3"/>
    <p:sldId id="263" r:id="rId4"/>
    <p:sldId id="264" r:id="rId5"/>
    <p:sldId id="259" r:id="rId6"/>
    <p:sldId id="261" r:id="rId7"/>
    <p:sldId id="260" r:id="rId8"/>
    <p:sldId id="262" r:id="rId9"/>
    <p:sldId id="265" r:id="rId1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H:\O%20meu%20disco\Projetos\MLB_Payrolls\MLB_Payrolls%20Analis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teven\AppData\Roaming\Microsoft\Excel\MLB_Payrolls%20Analises%20(version%202)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H:\O%20meu%20disco\Projetos\MLB_Payrolls\MLB_Payrolls%20Analis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teven\AppData\Roaming\Microsoft\Excel\MLB_Payrolls%20Analises%20(version%202).xlsb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[MLB_Payrolls Analises.xlsx]Pivots!Tabela Dinâmica1</c:name>
    <c:fmtId val="7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042103264223754"/>
          <c:y val="0.26791447944006996"/>
          <c:w val="0.81219353394779137"/>
          <c:h val="0.537743875765529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Pivots!$B$3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Pivots!$A$4:$A$18</c:f>
              <c:strCache>
                <c:ptCount val="1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  <c:pt idx="12">
                  <c:v>2023</c:v>
                </c:pt>
                <c:pt idx="13">
                  <c:v>2024</c:v>
                </c:pt>
              </c:strCache>
            </c:strRef>
          </c:cat>
          <c:val>
            <c:numRef>
              <c:f>Pivots!$B$4:$B$18</c:f>
              <c:numCache>
                <c:formatCode>_-[$$-409]* #\ ##0.00_ ;_-[$$-409]* \-#\ ##0.00\ ;_-[$$-409]* "-"??_ ;_-@_ </c:formatCode>
                <c:ptCount val="14"/>
                <c:pt idx="0">
                  <c:v>100977539.73333333</c:v>
                </c:pt>
                <c:pt idx="1">
                  <c:v>107020218.46666667</c:v>
                </c:pt>
                <c:pt idx="2">
                  <c:v>110210709.26666667</c:v>
                </c:pt>
                <c:pt idx="3">
                  <c:v>119153963.23333333</c:v>
                </c:pt>
                <c:pt idx="4">
                  <c:v>127587928.03333333</c:v>
                </c:pt>
                <c:pt idx="5">
                  <c:v>133151989.66666667</c:v>
                </c:pt>
                <c:pt idx="6">
                  <c:v>139775063</c:v>
                </c:pt>
                <c:pt idx="7">
                  <c:v>138377587.56666666</c:v>
                </c:pt>
                <c:pt idx="8">
                  <c:v>137687933.5</c:v>
                </c:pt>
                <c:pt idx="9">
                  <c:v>61206653</c:v>
                </c:pt>
                <c:pt idx="10">
                  <c:v>131080269.7</c:v>
                </c:pt>
                <c:pt idx="11">
                  <c:v>149792155.23333332</c:v>
                </c:pt>
                <c:pt idx="12">
                  <c:v>164410077.43333334</c:v>
                </c:pt>
                <c:pt idx="13">
                  <c:v>166599229.63333333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88-47D7-A43E-9ACDF9078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95712399"/>
        <c:axId val="1300381167"/>
      </c:barChart>
      <c:catAx>
        <c:axId val="395712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300381167"/>
        <c:crosses val="autoZero"/>
        <c:auto val="1"/>
        <c:lblAlgn val="ctr"/>
        <c:lblOffset val="100"/>
        <c:noMultiLvlLbl val="0"/>
      </c:catAx>
      <c:valAx>
        <c:axId val="1300381167"/>
        <c:scaling>
          <c:orientation val="minMax"/>
        </c:scaling>
        <c:delete val="0"/>
        <c:axPos val="l"/>
        <c:numFmt formatCode="_-[$$-409]* #,##0.0_ ;_-[$$-409]* \-#,##0.0\ ;_-[$$-409]* &quot;-&quot;?_ ;_-@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3957123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Folha3!$D$1</c:f>
              <c:strCache>
                <c:ptCount val="1"/>
                <c:pt idx="0">
                  <c:v>Win %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Folha3!$C$2:$C$421</c:f>
              <c:numCache>
                <c:formatCode>_-[$$-409]* #\ ##0.00_ ;_-[$$-409]* \-#\ ##0.00\ ;_-[$$-409]* "-"??_ ;_-@_ </c:formatCode>
                <c:ptCount val="420"/>
                <c:pt idx="0">
                  <c:v>23478635</c:v>
                </c:pt>
                <c:pt idx="1">
                  <c:v>25343022</c:v>
                </c:pt>
                <c:pt idx="2">
                  <c:v>28290689</c:v>
                </c:pt>
                <c:pt idx="3">
                  <c:v>28727913</c:v>
                </c:pt>
                <c:pt idx="4">
                  <c:v>33901920</c:v>
                </c:pt>
                <c:pt idx="5">
                  <c:v>34934696</c:v>
                </c:pt>
                <c:pt idx="6">
                  <c:v>36209554</c:v>
                </c:pt>
                <c:pt idx="7">
                  <c:v>36720178</c:v>
                </c:pt>
                <c:pt idx="8">
                  <c:v>39299107</c:v>
                </c:pt>
                <c:pt idx="9">
                  <c:v>41434086</c:v>
                </c:pt>
                <c:pt idx="10">
                  <c:v>42421870</c:v>
                </c:pt>
                <c:pt idx="11">
                  <c:v>43164880</c:v>
                </c:pt>
                <c:pt idx="12">
                  <c:v>44888388</c:v>
                </c:pt>
                <c:pt idx="13">
                  <c:v>45386925</c:v>
                </c:pt>
                <c:pt idx="14">
                  <c:v>47976645</c:v>
                </c:pt>
                <c:pt idx="15">
                  <c:v>48018810</c:v>
                </c:pt>
                <c:pt idx="16">
                  <c:v>48443900</c:v>
                </c:pt>
                <c:pt idx="17">
                  <c:v>50559679</c:v>
                </c:pt>
                <c:pt idx="18">
                  <c:v>50563459</c:v>
                </c:pt>
                <c:pt idx="19">
                  <c:v>50670534</c:v>
                </c:pt>
                <c:pt idx="20">
                  <c:v>51679490</c:v>
                </c:pt>
                <c:pt idx="21">
                  <c:v>52486804</c:v>
                </c:pt>
                <c:pt idx="22">
                  <c:v>53665251</c:v>
                </c:pt>
                <c:pt idx="23">
                  <c:v>54237801</c:v>
                </c:pt>
                <c:pt idx="24">
                  <c:v>54356609</c:v>
                </c:pt>
                <c:pt idx="25">
                  <c:v>54547239</c:v>
                </c:pt>
                <c:pt idx="26">
                  <c:v>55147001</c:v>
                </c:pt>
                <c:pt idx="27">
                  <c:v>55960593</c:v>
                </c:pt>
                <c:pt idx="28">
                  <c:v>56098581</c:v>
                </c:pt>
                <c:pt idx="29">
                  <c:v>56184032</c:v>
                </c:pt>
                <c:pt idx="30">
                  <c:v>58088180</c:v>
                </c:pt>
                <c:pt idx="31">
                  <c:v>59679689</c:v>
                </c:pt>
                <c:pt idx="32">
                  <c:v>60470192</c:v>
                </c:pt>
                <c:pt idx="33">
                  <c:v>60552671</c:v>
                </c:pt>
                <c:pt idx="34">
                  <c:v>61118682</c:v>
                </c:pt>
                <c:pt idx="35">
                  <c:v>62132581</c:v>
                </c:pt>
                <c:pt idx="36">
                  <c:v>62161191</c:v>
                </c:pt>
                <c:pt idx="37">
                  <c:v>62243227</c:v>
                </c:pt>
                <c:pt idx="38">
                  <c:v>62408549</c:v>
                </c:pt>
                <c:pt idx="39">
                  <c:v>63831125</c:v>
                </c:pt>
                <c:pt idx="40">
                  <c:v>64178722</c:v>
                </c:pt>
                <c:pt idx="41">
                  <c:v>64297970</c:v>
                </c:pt>
                <c:pt idx="42">
                  <c:v>64576736</c:v>
                </c:pt>
                <c:pt idx="43">
                  <c:v>65006851</c:v>
                </c:pt>
                <c:pt idx="44">
                  <c:v>65598752</c:v>
                </c:pt>
                <c:pt idx="45">
                  <c:v>66477492</c:v>
                </c:pt>
                <c:pt idx="46">
                  <c:v>67040893</c:v>
                </c:pt>
                <c:pt idx="47">
                  <c:v>67055517</c:v>
                </c:pt>
                <c:pt idx="48">
                  <c:v>67649701</c:v>
                </c:pt>
                <c:pt idx="49">
                  <c:v>67808533</c:v>
                </c:pt>
                <c:pt idx="50">
                  <c:v>68144135</c:v>
                </c:pt>
                <c:pt idx="51">
                  <c:v>68706439</c:v>
                </c:pt>
                <c:pt idx="52">
                  <c:v>68810167</c:v>
                </c:pt>
                <c:pt idx="53">
                  <c:v>70104552</c:v>
                </c:pt>
                <c:pt idx="54">
                  <c:v>70344235</c:v>
                </c:pt>
                <c:pt idx="55">
                  <c:v>71480984</c:v>
                </c:pt>
                <c:pt idx="56">
                  <c:v>71839808</c:v>
                </c:pt>
                <c:pt idx="57">
                  <c:v>72176474</c:v>
                </c:pt>
                <c:pt idx="58">
                  <c:v>72600703</c:v>
                </c:pt>
                <c:pt idx="59">
                  <c:v>72861614</c:v>
                </c:pt>
                <c:pt idx="60">
                  <c:v>72990525</c:v>
                </c:pt>
                <c:pt idx="61">
                  <c:v>73241552</c:v>
                </c:pt>
                <c:pt idx="62">
                  <c:v>73246343</c:v>
                </c:pt>
                <c:pt idx="63">
                  <c:v>73328658</c:v>
                </c:pt>
                <c:pt idx="64">
                  <c:v>73408817</c:v>
                </c:pt>
                <c:pt idx="65">
                  <c:v>73477080</c:v>
                </c:pt>
                <c:pt idx="66">
                  <c:v>73491604</c:v>
                </c:pt>
                <c:pt idx="67">
                  <c:v>73543547</c:v>
                </c:pt>
                <c:pt idx="68">
                  <c:v>74574723</c:v>
                </c:pt>
                <c:pt idx="69">
                  <c:v>74670975</c:v>
                </c:pt>
                <c:pt idx="70">
                  <c:v>74697333</c:v>
                </c:pt>
                <c:pt idx="71">
                  <c:v>74948362</c:v>
                </c:pt>
                <c:pt idx="72">
                  <c:v>75241048</c:v>
                </c:pt>
                <c:pt idx="73">
                  <c:v>75596271</c:v>
                </c:pt>
                <c:pt idx="74">
                  <c:v>76365306</c:v>
                </c:pt>
                <c:pt idx="75">
                  <c:v>76577243</c:v>
                </c:pt>
                <c:pt idx="76">
                  <c:v>76741788</c:v>
                </c:pt>
                <c:pt idx="77">
                  <c:v>76781801</c:v>
                </c:pt>
                <c:pt idx="78">
                  <c:v>76802804</c:v>
                </c:pt>
                <c:pt idx="79">
                  <c:v>76821046</c:v>
                </c:pt>
                <c:pt idx="80">
                  <c:v>76921678</c:v>
                </c:pt>
                <c:pt idx="81">
                  <c:v>77404413</c:v>
                </c:pt>
                <c:pt idx="82">
                  <c:v>77673582</c:v>
                </c:pt>
                <c:pt idx="83">
                  <c:v>77811205</c:v>
                </c:pt>
                <c:pt idx="84">
                  <c:v>80491339</c:v>
                </c:pt>
                <c:pt idx="85">
                  <c:v>80711013</c:v>
                </c:pt>
                <c:pt idx="86">
                  <c:v>81300970</c:v>
                </c:pt>
                <c:pt idx="87">
                  <c:v>81341546</c:v>
                </c:pt>
                <c:pt idx="88">
                  <c:v>81920546</c:v>
                </c:pt>
                <c:pt idx="89">
                  <c:v>81945598</c:v>
                </c:pt>
                <c:pt idx="90">
                  <c:v>82655105</c:v>
                </c:pt>
                <c:pt idx="91">
                  <c:v>82720022</c:v>
                </c:pt>
                <c:pt idx="92">
                  <c:v>82897934</c:v>
                </c:pt>
                <c:pt idx="93">
                  <c:v>82932168</c:v>
                </c:pt>
                <c:pt idx="94">
                  <c:v>83109288</c:v>
                </c:pt>
                <c:pt idx="95">
                  <c:v>83435559</c:v>
                </c:pt>
                <c:pt idx="96">
                  <c:v>83698945</c:v>
                </c:pt>
                <c:pt idx="97">
                  <c:v>83822113</c:v>
                </c:pt>
                <c:pt idx="98">
                  <c:v>84050989</c:v>
                </c:pt>
                <c:pt idx="99">
                  <c:v>84210390</c:v>
                </c:pt>
                <c:pt idx="100">
                  <c:v>84289928</c:v>
                </c:pt>
                <c:pt idx="101">
                  <c:v>84398434</c:v>
                </c:pt>
                <c:pt idx="102">
                  <c:v>84481929</c:v>
                </c:pt>
                <c:pt idx="103">
                  <c:v>84598388</c:v>
                </c:pt>
                <c:pt idx="104">
                  <c:v>85001967</c:v>
                </c:pt>
                <c:pt idx="105">
                  <c:v>85293905</c:v>
                </c:pt>
                <c:pt idx="106">
                  <c:v>85495238</c:v>
                </c:pt>
                <c:pt idx="107">
                  <c:v>86012838</c:v>
                </c:pt>
                <c:pt idx="108">
                  <c:v>87226437</c:v>
                </c:pt>
                <c:pt idx="109">
                  <c:v>87232529</c:v>
                </c:pt>
                <c:pt idx="110">
                  <c:v>87494478</c:v>
                </c:pt>
                <c:pt idx="111">
                  <c:v>88221045</c:v>
                </c:pt>
                <c:pt idx="112">
                  <c:v>88316478</c:v>
                </c:pt>
                <c:pt idx="113">
                  <c:v>88454422</c:v>
                </c:pt>
                <c:pt idx="114">
                  <c:v>88911627</c:v>
                </c:pt>
                <c:pt idx="115">
                  <c:v>89297302</c:v>
                </c:pt>
                <c:pt idx="116">
                  <c:v>89707422</c:v>
                </c:pt>
                <c:pt idx="117">
                  <c:v>89767668</c:v>
                </c:pt>
                <c:pt idx="118">
                  <c:v>89901498</c:v>
                </c:pt>
                <c:pt idx="119">
                  <c:v>90364741</c:v>
                </c:pt>
                <c:pt idx="120">
                  <c:v>91025861</c:v>
                </c:pt>
                <c:pt idx="121">
                  <c:v>91371201</c:v>
                </c:pt>
                <c:pt idx="122">
                  <c:v>91595545</c:v>
                </c:pt>
                <c:pt idx="123">
                  <c:v>91632929</c:v>
                </c:pt>
                <c:pt idx="124">
                  <c:v>91638412</c:v>
                </c:pt>
                <c:pt idx="125">
                  <c:v>91665500</c:v>
                </c:pt>
                <c:pt idx="126">
                  <c:v>91751399</c:v>
                </c:pt>
                <c:pt idx="127">
                  <c:v>92277138</c:v>
                </c:pt>
                <c:pt idx="128">
                  <c:v>92613711</c:v>
                </c:pt>
                <c:pt idx="129">
                  <c:v>93008897</c:v>
                </c:pt>
                <c:pt idx="130">
                  <c:v>93378663</c:v>
                </c:pt>
                <c:pt idx="131">
                  <c:v>93852267</c:v>
                </c:pt>
                <c:pt idx="132">
                  <c:v>94478037</c:v>
                </c:pt>
                <c:pt idx="133">
                  <c:v>94947950</c:v>
                </c:pt>
                <c:pt idx="134">
                  <c:v>95551627</c:v>
                </c:pt>
                <c:pt idx="135">
                  <c:v>95573417</c:v>
                </c:pt>
                <c:pt idx="136">
                  <c:v>95596347</c:v>
                </c:pt>
                <c:pt idx="137">
                  <c:v>95788819</c:v>
                </c:pt>
                <c:pt idx="138">
                  <c:v>96019377</c:v>
                </c:pt>
                <c:pt idx="139">
                  <c:v>96436003</c:v>
                </c:pt>
                <c:pt idx="140">
                  <c:v>96590305</c:v>
                </c:pt>
                <c:pt idx="141">
                  <c:v>96603300</c:v>
                </c:pt>
                <c:pt idx="142">
                  <c:v>96772365</c:v>
                </c:pt>
                <c:pt idx="143">
                  <c:v>96961614</c:v>
                </c:pt>
                <c:pt idx="144">
                  <c:v>97167073</c:v>
                </c:pt>
                <c:pt idx="145">
                  <c:v>97244457</c:v>
                </c:pt>
                <c:pt idx="146">
                  <c:v>97874482</c:v>
                </c:pt>
                <c:pt idx="147">
                  <c:v>97928056</c:v>
                </c:pt>
                <c:pt idx="148">
                  <c:v>98044359</c:v>
                </c:pt>
                <c:pt idx="149">
                  <c:v>98120191</c:v>
                </c:pt>
                <c:pt idx="150">
                  <c:v>98644531</c:v>
                </c:pt>
                <c:pt idx="151">
                  <c:v>98696230</c:v>
                </c:pt>
                <c:pt idx="152">
                  <c:v>99377415</c:v>
                </c:pt>
                <c:pt idx="153">
                  <c:v>99435606</c:v>
                </c:pt>
                <c:pt idx="154">
                  <c:v>99518136</c:v>
                </c:pt>
                <c:pt idx="155">
                  <c:v>99828742</c:v>
                </c:pt>
                <c:pt idx="156">
                  <c:v>100254855</c:v>
                </c:pt>
                <c:pt idx="157">
                  <c:v>100305768</c:v>
                </c:pt>
                <c:pt idx="158">
                  <c:v>100430869</c:v>
                </c:pt>
                <c:pt idx="159">
                  <c:v>100503030</c:v>
                </c:pt>
                <c:pt idx="160">
                  <c:v>100829148</c:v>
                </c:pt>
                <c:pt idx="161">
                  <c:v>101277051</c:v>
                </c:pt>
                <c:pt idx="162">
                  <c:v>101300814</c:v>
                </c:pt>
                <c:pt idx="163">
                  <c:v>101760815</c:v>
                </c:pt>
                <c:pt idx="164">
                  <c:v>102619475</c:v>
                </c:pt>
                <c:pt idx="165">
                  <c:v>103152899</c:v>
                </c:pt>
                <c:pt idx="166">
                  <c:v>103326721</c:v>
                </c:pt>
                <c:pt idx="167">
                  <c:v>103699790</c:v>
                </c:pt>
                <c:pt idx="168">
                  <c:v>103804640</c:v>
                </c:pt>
                <c:pt idx="169">
                  <c:v>103898809</c:v>
                </c:pt>
                <c:pt idx="170">
                  <c:v>103945407</c:v>
                </c:pt>
                <c:pt idx="171">
                  <c:v>103973003</c:v>
                </c:pt>
                <c:pt idx="172">
                  <c:v>104020808</c:v>
                </c:pt>
                <c:pt idx="173">
                  <c:v>104297471</c:v>
                </c:pt>
                <c:pt idx="174">
                  <c:v>104971268</c:v>
                </c:pt>
                <c:pt idx="175">
                  <c:v>104988166</c:v>
                </c:pt>
                <c:pt idx="176">
                  <c:v>105224582</c:v>
                </c:pt>
                <c:pt idx="177">
                  <c:v>105268575</c:v>
                </c:pt>
                <c:pt idx="178">
                  <c:v>105435809</c:v>
                </c:pt>
                <c:pt idx="179">
                  <c:v>106231818</c:v>
                </c:pt>
                <c:pt idx="180">
                  <c:v>106343190</c:v>
                </c:pt>
                <c:pt idx="181">
                  <c:v>106838693</c:v>
                </c:pt>
                <c:pt idx="182">
                  <c:v>106902280</c:v>
                </c:pt>
                <c:pt idx="183">
                  <c:v>107915272</c:v>
                </c:pt>
                <c:pt idx="184">
                  <c:v>107939507</c:v>
                </c:pt>
                <c:pt idx="185">
                  <c:v>108777046</c:v>
                </c:pt>
                <c:pt idx="186">
                  <c:v>108841055</c:v>
                </c:pt>
                <c:pt idx="187">
                  <c:v>108982016</c:v>
                </c:pt>
                <c:pt idx="188">
                  <c:v>109335494</c:v>
                </c:pt>
                <c:pt idx="189">
                  <c:v>110398927</c:v>
                </c:pt>
                <c:pt idx="190">
                  <c:v>110765599</c:v>
                </c:pt>
                <c:pt idx="191">
                  <c:v>110826407</c:v>
                </c:pt>
                <c:pt idx="192">
                  <c:v>110913266</c:v>
                </c:pt>
                <c:pt idx="193">
                  <c:v>111086139</c:v>
                </c:pt>
                <c:pt idx="194">
                  <c:v>111521015</c:v>
                </c:pt>
                <c:pt idx="195">
                  <c:v>111777595</c:v>
                </c:pt>
                <c:pt idx="196">
                  <c:v>111939081</c:v>
                </c:pt>
                <c:pt idx="197">
                  <c:v>112333097</c:v>
                </c:pt>
                <c:pt idx="198">
                  <c:v>113095795</c:v>
                </c:pt>
                <c:pt idx="199">
                  <c:v>113351318</c:v>
                </c:pt>
                <c:pt idx="200">
                  <c:v>113562943</c:v>
                </c:pt>
                <c:pt idx="201">
                  <c:v>114223379</c:v>
                </c:pt>
                <c:pt idx="202">
                  <c:v>114445627</c:v>
                </c:pt>
                <c:pt idx="203">
                  <c:v>114631137</c:v>
                </c:pt>
                <c:pt idx="204">
                  <c:v>115174517</c:v>
                </c:pt>
                <c:pt idx="205">
                  <c:v>115413345</c:v>
                </c:pt>
                <c:pt idx="206">
                  <c:v>115417321</c:v>
                </c:pt>
                <c:pt idx="207">
                  <c:v>115509520</c:v>
                </c:pt>
                <c:pt idx="208">
                  <c:v>115534174</c:v>
                </c:pt>
                <c:pt idx="209">
                  <c:v>115861526</c:v>
                </c:pt>
                <c:pt idx="210">
                  <c:v>116208966</c:v>
                </c:pt>
                <c:pt idx="211">
                  <c:v>116400870</c:v>
                </c:pt>
                <c:pt idx="212">
                  <c:v>116584094</c:v>
                </c:pt>
                <c:pt idx="213">
                  <c:v>116777354</c:v>
                </c:pt>
                <c:pt idx="214">
                  <c:v>116865707</c:v>
                </c:pt>
                <c:pt idx="215">
                  <c:v>116925487</c:v>
                </c:pt>
                <c:pt idx="216">
                  <c:v>117202717</c:v>
                </c:pt>
                <c:pt idx="217">
                  <c:v>118672377</c:v>
                </c:pt>
                <c:pt idx="218">
                  <c:v>118919465</c:v>
                </c:pt>
                <c:pt idx="219">
                  <c:v>119344514</c:v>
                </c:pt>
                <c:pt idx="220">
                  <c:v>119957765</c:v>
                </c:pt>
                <c:pt idx="221">
                  <c:v>120192638</c:v>
                </c:pt>
                <c:pt idx="222">
                  <c:v>120525018</c:v>
                </c:pt>
                <c:pt idx="223">
                  <c:v>120842831</c:v>
                </c:pt>
                <c:pt idx="224">
                  <c:v>121340470</c:v>
                </c:pt>
                <c:pt idx="225">
                  <c:v>121417939</c:v>
                </c:pt>
                <c:pt idx="226">
                  <c:v>122566873</c:v>
                </c:pt>
                <c:pt idx="227">
                  <c:v>124719080</c:v>
                </c:pt>
                <c:pt idx="228">
                  <c:v>124766903</c:v>
                </c:pt>
                <c:pt idx="229">
                  <c:v>124805583</c:v>
                </c:pt>
                <c:pt idx="230">
                  <c:v>125242452</c:v>
                </c:pt>
                <c:pt idx="231">
                  <c:v>125256003</c:v>
                </c:pt>
                <c:pt idx="232">
                  <c:v>126045473</c:v>
                </c:pt>
                <c:pt idx="233">
                  <c:v>126529835</c:v>
                </c:pt>
                <c:pt idx="234">
                  <c:v>126587447</c:v>
                </c:pt>
                <c:pt idx="235">
                  <c:v>126672438</c:v>
                </c:pt>
                <c:pt idx="236">
                  <c:v>127263027</c:v>
                </c:pt>
                <c:pt idx="237">
                  <c:v>127538766</c:v>
                </c:pt>
                <c:pt idx="238">
                  <c:v>128691569</c:v>
                </c:pt>
                <c:pt idx="239">
                  <c:v>129080051</c:v>
                </c:pt>
                <c:pt idx="240">
                  <c:v>129715686</c:v>
                </c:pt>
                <c:pt idx="241">
                  <c:v>129739447</c:v>
                </c:pt>
                <c:pt idx="242">
                  <c:v>129944821</c:v>
                </c:pt>
                <c:pt idx="243">
                  <c:v>130413607</c:v>
                </c:pt>
                <c:pt idx="244">
                  <c:v>130769325</c:v>
                </c:pt>
                <c:pt idx="245">
                  <c:v>130995349</c:v>
                </c:pt>
                <c:pt idx="246">
                  <c:v>131771168</c:v>
                </c:pt>
                <c:pt idx="247">
                  <c:v>132178951</c:v>
                </c:pt>
                <c:pt idx="248">
                  <c:v>132258928</c:v>
                </c:pt>
                <c:pt idx="249">
                  <c:v>132497547</c:v>
                </c:pt>
                <c:pt idx="250">
                  <c:v>132993810</c:v>
                </c:pt>
                <c:pt idx="251">
                  <c:v>135112588</c:v>
                </c:pt>
                <c:pt idx="252">
                  <c:v>135285607</c:v>
                </c:pt>
                <c:pt idx="253">
                  <c:v>135889019</c:v>
                </c:pt>
                <c:pt idx="254">
                  <c:v>137043205</c:v>
                </c:pt>
                <c:pt idx="255">
                  <c:v>137666584</c:v>
                </c:pt>
                <c:pt idx="256">
                  <c:v>137937146</c:v>
                </c:pt>
                <c:pt idx="257">
                  <c:v>138309664</c:v>
                </c:pt>
                <c:pt idx="258">
                  <c:v>138312903</c:v>
                </c:pt>
                <c:pt idx="259">
                  <c:v>138344211</c:v>
                </c:pt>
                <c:pt idx="260">
                  <c:v>139499341</c:v>
                </c:pt>
                <c:pt idx="261">
                  <c:v>139583852</c:v>
                </c:pt>
                <c:pt idx="262">
                  <c:v>140012218</c:v>
                </c:pt>
                <c:pt idx="263">
                  <c:v>140280186</c:v>
                </c:pt>
                <c:pt idx="264">
                  <c:v>140406825</c:v>
                </c:pt>
                <c:pt idx="265">
                  <c:v>141542644</c:v>
                </c:pt>
                <c:pt idx="266">
                  <c:v>141587358</c:v>
                </c:pt>
                <c:pt idx="267">
                  <c:v>141722639</c:v>
                </c:pt>
                <c:pt idx="268">
                  <c:v>141724597</c:v>
                </c:pt>
                <c:pt idx="269">
                  <c:v>141812172</c:v>
                </c:pt>
                <c:pt idx="270">
                  <c:v>141966320</c:v>
                </c:pt>
                <c:pt idx="271">
                  <c:v>142198162</c:v>
                </c:pt>
                <c:pt idx="272">
                  <c:v>142245841</c:v>
                </c:pt>
                <c:pt idx="273">
                  <c:v>142604703</c:v>
                </c:pt>
                <c:pt idx="274">
                  <c:v>143021690</c:v>
                </c:pt>
                <c:pt idx="275">
                  <c:v>143278577</c:v>
                </c:pt>
                <c:pt idx="276">
                  <c:v>143315158</c:v>
                </c:pt>
                <c:pt idx="277">
                  <c:v>143782286</c:v>
                </c:pt>
                <c:pt idx="278">
                  <c:v>143947963</c:v>
                </c:pt>
                <c:pt idx="279">
                  <c:v>143968544</c:v>
                </c:pt>
                <c:pt idx="280">
                  <c:v>144037170</c:v>
                </c:pt>
                <c:pt idx="281">
                  <c:v>144388309</c:v>
                </c:pt>
                <c:pt idx="282">
                  <c:v>144415187</c:v>
                </c:pt>
                <c:pt idx="283">
                  <c:v>145256085</c:v>
                </c:pt>
                <c:pt idx="284">
                  <c:v>146100965</c:v>
                </c:pt>
                <c:pt idx="285">
                  <c:v>146538234</c:v>
                </c:pt>
                <c:pt idx="286">
                  <c:v>146648559</c:v>
                </c:pt>
                <c:pt idx="287">
                  <c:v>147003780</c:v>
                </c:pt>
                <c:pt idx="288">
                  <c:v>147744060</c:v>
                </c:pt>
                <c:pt idx="289">
                  <c:v>147930632</c:v>
                </c:pt>
                <c:pt idx="290">
                  <c:v>148227822</c:v>
                </c:pt>
                <c:pt idx="291">
                  <c:v>148385479</c:v>
                </c:pt>
                <c:pt idx="292">
                  <c:v>149355870</c:v>
                </c:pt>
                <c:pt idx="293">
                  <c:v>150037446</c:v>
                </c:pt>
                <c:pt idx="294">
                  <c:v>150140253</c:v>
                </c:pt>
                <c:pt idx="295">
                  <c:v>150187987</c:v>
                </c:pt>
                <c:pt idx="296">
                  <c:v>150363491</c:v>
                </c:pt>
                <c:pt idx="297">
                  <c:v>150580017</c:v>
                </c:pt>
                <c:pt idx="298">
                  <c:v>150946147</c:v>
                </c:pt>
                <c:pt idx="299">
                  <c:v>151393755</c:v>
                </c:pt>
                <c:pt idx="300">
                  <c:v>151469994</c:v>
                </c:pt>
                <c:pt idx="301">
                  <c:v>153793028</c:v>
                </c:pt>
                <c:pt idx="302">
                  <c:v>154148832</c:v>
                </c:pt>
                <c:pt idx="303">
                  <c:v>155378325</c:v>
                </c:pt>
                <c:pt idx="304">
                  <c:v>155403513</c:v>
                </c:pt>
                <c:pt idx="305">
                  <c:v>155999708</c:v>
                </c:pt>
                <c:pt idx="306">
                  <c:v>157168625</c:v>
                </c:pt>
                <c:pt idx="307">
                  <c:v>157332966</c:v>
                </c:pt>
                <c:pt idx="308">
                  <c:v>157999465</c:v>
                </c:pt>
                <c:pt idx="309">
                  <c:v>158976752</c:v>
                </c:pt>
                <c:pt idx="310">
                  <c:v>160243827</c:v>
                </c:pt>
                <c:pt idx="311">
                  <c:v>160336782</c:v>
                </c:pt>
                <c:pt idx="312">
                  <c:v>160741810</c:v>
                </c:pt>
                <c:pt idx="313">
                  <c:v>161717317</c:v>
                </c:pt>
                <c:pt idx="314">
                  <c:v>162160921</c:v>
                </c:pt>
                <c:pt idx="315">
                  <c:v>162334311</c:v>
                </c:pt>
                <c:pt idx="316">
                  <c:v>162863836</c:v>
                </c:pt>
                <c:pt idx="317">
                  <c:v>163536898</c:v>
                </c:pt>
                <c:pt idx="318">
                  <c:v>163724216</c:v>
                </c:pt>
                <c:pt idx="319">
                  <c:v>165244781</c:v>
                </c:pt>
                <c:pt idx="320">
                  <c:v>165655095</c:v>
                </c:pt>
                <c:pt idx="321">
                  <c:v>166161209</c:v>
                </c:pt>
                <c:pt idx="322">
                  <c:v>167138259</c:v>
                </c:pt>
                <c:pt idx="323">
                  <c:v>170018182</c:v>
                </c:pt>
                <c:pt idx="324">
                  <c:v>170095758</c:v>
                </c:pt>
                <c:pt idx="325">
                  <c:v>170490761</c:v>
                </c:pt>
                <c:pt idx="326">
                  <c:v>170855090</c:v>
                </c:pt>
                <c:pt idx="327">
                  <c:v>171026607</c:v>
                </c:pt>
                <c:pt idx="328">
                  <c:v>171191545</c:v>
                </c:pt>
                <c:pt idx="329">
                  <c:v>172084264</c:v>
                </c:pt>
                <c:pt idx="330">
                  <c:v>172092536</c:v>
                </c:pt>
                <c:pt idx="331">
                  <c:v>172143106</c:v>
                </c:pt>
                <c:pt idx="332">
                  <c:v>172189987</c:v>
                </c:pt>
                <c:pt idx="333">
                  <c:v>172307808</c:v>
                </c:pt>
                <c:pt idx="334">
                  <c:v>172806829</c:v>
                </c:pt>
                <c:pt idx="335">
                  <c:v>173216551</c:v>
                </c:pt>
                <c:pt idx="336">
                  <c:v>173544423</c:v>
                </c:pt>
                <c:pt idx="337">
                  <c:v>173717599</c:v>
                </c:pt>
                <c:pt idx="338">
                  <c:v>174129785</c:v>
                </c:pt>
                <c:pt idx="339">
                  <c:v>174290373</c:v>
                </c:pt>
                <c:pt idx="340">
                  <c:v>175061605</c:v>
                </c:pt>
                <c:pt idx="341">
                  <c:v>175617487</c:v>
                </c:pt>
                <c:pt idx="342">
                  <c:v>175932759</c:v>
                </c:pt>
                <c:pt idx="343">
                  <c:v>177001966</c:v>
                </c:pt>
                <c:pt idx="344">
                  <c:v>177138888</c:v>
                </c:pt>
                <c:pt idx="345">
                  <c:v>177727811</c:v>
                </c:pt>
                <c:pt idx="346">
                  <c:v>177862491</c:v>
                </c:pt>
                <c:pt idx="347">
                  <c:v>178054110</c:v>
                </c:pt>
                <c:pt idx="348">
                  <c:v>178834344</c:v>
                </c:pt>
                <c:pt idx="349">
                  <c:v>179767346</c:v>
                </c:pt>
                <c:pt idx="350">
                  <c:v>180098151</c:v>
                </c:pt>
                <c:pt idx="351">
                  <c:v>180163630</c:v>
                </c:pt>
                <c:pt idx="352">
                  <c:v>180926796</c:v>
                </c:pt>
                <c:pt idx="353">
                  <c:v>181382609</c:v>
                </c:pt>
                <c:pt idx="354">
                  <c:v>182238854</c:v>
                </c:pt>
                <c:pt idx="355">
                  <c:v>182749560</c:v>
                </c:pt>
                <c:pt idx="356">
                  <c:v>183481478</c:v>
                </c:pt>
                <c:pt idx="357">
                  <c:v>183791796</c:v>
                </c:pt>
                <c:pt idx="358">
                  <c:v>186718068</c:v>
                </c:pt>
                <c:pt idx="359">
                  <c:v>186772494</c:v>
                </c:pt>
                <c:pt idx="360">
                  <c:v>187398165</c:v>
                </c:pt>
                <c:pt idx="361">
                  <c:v>188028874</c:v>
                </c:pt>
                <c:pt idx="362">
                  <c:v>188406809</c:v>
                </c:pt>
                <c:pt idx="363">
                  <c:v>188537445</c:v>
                </c:pt>
                <c:pt idx="364">
                  <c:v>189409358</c:v>
                </c:pt>
                <c:pt idx="365">
                  <c:v>190513223</c:v>
                </c:pt>
                <c:pt idx="366">
                  <c:v>194222042</c:v>
                </c:pt>
                <c:pt idx="367">
                  <c:v>194259933</c:v>
                </c:pt>
                <c:pt idx="368">
                  <c:v>199582045</c:v>
                </c:pt>
                <c:pt idx="369">
                  <c:v>200179285</c:v>
                </c:pt>
                <c:pt idx="370">
                  <c:v>201189189</c:v>
                </c:pt>
                <c:pt idx="371">
                  <c:v>201967381</c:v>
                </c:pt>
                <c:pt idx="372">
                  <c:v>203205326</c:v>
                </c:pt>
                <c:pt idx="373">
                  <c:v>203311013</c:v>
                </c:pt>
                <c:pt idx="374">
                  <c:v>204689131</c:v>
                </c:pt>
                <c:pt idx="375">
                  <c:v>205665348</c:v>
                </c:pt>
                <c:pt idx="376">
                  <c:v>207000814</c:v>
                </c:pt>
                <c:pt idx="377">
                  <c:v>207758836</c:v>
                </c:pt>
                <c:pt idx="378">
                  <c:v>209044502</c:v>
                </c:pt>
                <c:pt idx="379">
                  <c:v>209872508</c:v>
                </c:pt>
                <c:pt idx="380">
                  <c:v>210950685</c:v>
                </c:pt>
                <c:pt idx="381">
                  <c:v>211812131</c:v>
                </c:pt>
                <c:pt idx="382">
                  <c:v>212512317</c:v>
                </c:pt>
                <c:pt idx="383">
                  <c:v>214630885</c:v>
                </c:pt>
                <c:pt idx="384">
                  <c:v>218402819</c:v>
                </c:pt>
                <c:pt idx="385">
                  <c:v>220743376</c:v>
                </c:pt>
                <c:pt idx="386">
                  <c:v>221242659</c:v>
                </c:pt>
                <c:pt idx="387">
                  <c:v>221580085</c:v>
                </c:pt>
                <c:pt idx="388">
                  <c:v>223019037</c:v>
                </c:pt>
                <c:pt idx="389">
                  <c:v>224511694</c:v>
                </c:pt>
                <c:pt idx="390">
                  <c:v>225545408</c:v>
                </c:pt>
                <c:pt idx="391">
                  <c:v>225589742</c:v>
                </c:pt>
                <c:pt idx="392">
                  <c:v>227398860</c:v>
                </c:pt>
                <c:pt idx="393">
                  <c:v>227884276</c:v>
                </c:pt>
                <c:pt idx="394">
                  <c:v>229166880</c:v>
                </c:pt>
                <c:pt idx="395">
                  <c:v>229567975</c:v>
                </c:pt>
                <c:pt idx="396">
                  <c:v>234518126</c:v>
                </c:pt>
                <c:pt idx="397">
                  <c:v>236433901</c:v>
                </c:pt>
                <c:pt idx="398">
                  <c:v>236694375</c:v>
                </c:pt>
                <c:pt idx="399">
                  <c:v>237107748</c:v>
                </c:pt>
                <c:pt idx="400">
                  <c:v>240240117</c:v>
                </c:pt>
                <c:pt idx="401">
                  <c:v>240278296</c:v>
                </c:pt>
                <c:pt idx="402">
                  <c:v>241557818</c:v>
                </c:pt>
                <c:pt idx="403">
                  <c:v>244484097</c:v>
                </c:pt>
                <c:pt idx="404">
                  <c:v>245419295</c:v>
                </c:pt>
                <c:pt idx="405">
                  <c:v>246299605</c:v>
                </c:pt>
                <c:pt idx="406">
                  <c:v>251332754</c:v>
                </c:pt>
                <c:pt idx="407">
                  <c:v>252957200</c:v>
                </c:pt>
                <c:pt idx="408">
                  <c:v>253450531</c:v>
                </c:pt>
                <c:pt idx="409">
                  <c:v>255271371</c:v>
                </c:pt>
                <c:pt idx="410">
                  <c:v>259311393</c:v>
                </c:pt>
                <c:pt idx="411">
                  <c:v>264342506</c:v>
                </c:pt>
                <c:pt idx="412">
                  <c:v>264470494</c:v>
                </c:pt>
                <c:pt idx="413">
                  <c:v>265343390</c:v>
                </c:pt>
                <c:pt idx="414">
                  <c:v>270381426</c:v>
                </c:pt>
                <c:pt idx="415">
                  <c:v>278651150</c:v>
                </c:pt>
                <c:pt idx="416">
                  <c:v>301735080</c:v>
                </c:pt>
                <c:pt idx="417">
                  <c:v>308574607</c:v>
                </c:pt>
                <c:pt idx="418">
                  <c:v>314748899</c:v>
                </c:pt>
                <c:pt idx="419">
                  <c:v>341673777</c:v>
                </c:pt>
              </c:numCache>
            </c:numRef>
          </c:xVal>
          <c:yVal>
            <c:numRef>
              <c:f>Folha3!$D$2:$D$421</c:f>
              <c:numCache>
                <c:formatCode>0%</c:formatCode>
                <c:ptCount val="420"/>
                <c:pt idx="0">
                  <c:v>0.41666666666666669</c:v>
                </c:pt>
                <c:pt idx="1">
                  <c:v>0.31666666666666665</c:v>
                </c:pt>
                <c:pt idx="2">
                  <c:v>0.66666666666666663</c:v>
                </c:pt>
                <c:pt idx="3">
                  <c:v>0.31481481481481483</c:v>
                </c:pt>
                <c:pt idx="4">
                  <c:v>0.51666666666666672</c:v>
                </c:pt>
                <c:pt idx="5">
                  <c:v>0.43333333333333335</c:v>
                </c:pt>
                <c:pt idx="6">
                  <c:v>0.38271604938271603</c:v>
                </c:pt>
                <c:pt idx="7">
                  <c:v>0.6</c:v>
                </c:pt>
                <c:pt idx="8">
                  <c:v>0.58333333333333337</c:v>
                </c:pt>
                <c:pt idx="9">
                  <c:v>0.48333333333333334</c:v>
                </c:pt>
                <c:pt idx="10">
                  <c:v>0.32098765432098764</c:v>
                </c:pt>
                <c:pt idx="11">
                  <c:v>0.39655172413793105</c:v>
                </c:pt>
                <c:pt idx="12">
                  <c:v>0.51234567901234573</c:v>
                </c:pt>
                <c:pt idx="13">
                  <c:v>0.56172839506172845</c:v>
                </c:pt>
                <c:pt idx="14">
                  <c:v>0.44444444444444442</c:v>
                </c:pt>
                <c:pt idx="15">
                  <c:v>0.43827160493827161</c:v>
                </c:pt>
                <c:pt idx="16">
                  <c:v>0.37037037037037035</c:v>
                </c:pt>
                <c:pt idx="17">
                  <c:v>0.47530864197530864</c:v>
                </c:pt>
                <c:pt idx="18">
                  <c:v>0.45</c:v>
                </c:pt>
                <c:pt idx="19">
                  <c:v>0.49382716049382713</c:v>
                </c:pt>
                <c:pt idx="20">
                  <c:v>0.43209876543209874</c:v>
                </c:pt>
                <c:pt idx="21">
                  <c:v>0.43827160493827161</c:v>
                </c:pt>
                <c:pt idx="22">
                  <c:v>0.58333333333333337</c:v>
                </c:pt>
                <c:pt idx="23">
                  <c:v>0.53333333333333333</c:v>
                </c:pt>
                <c:pt idx="24">
                  <c:v>0.37654320987654322</c:v>
                </c:pt>
                <c:pt idx="25">
                  <c:v>0.33950617283950618</c:v>
                </c:pt>
                <c:pt idx="26">
                  <c:v>0.51666666666666672</c:v>
                </c:pt>
                <c:pt idx="27">
                  <c:v>0.49382716049382713</c:v>
                </c:pt>
                <c:pt idx="28">
                  <c:v>0.36666666666666664</c:v>
                </c:pt>
                <c:pt idx="29">
                  <c:v>0.38271604938271603</c:v>
                </c:pt>
                <c:pt idx="30">
                  <c:v>0.41358024691358025</c:v>
                </c:pt>
                <c:pt idx="31">
                  <c:v>0.6</c:v>
                </c:pt>
                <c:pt idx="32">
                  <c:v>0.58024691358024694</c:v>
                </c:pt>
                <c:pt idx="33">
                  <c:v>0.58333333333333337</c:v>
                </c:pt>
                <c:pt idx="34">
                  <c:v>0.48765432098765432</c:v>
                </c:pt>
                <c:pt idx="35">
                  <c:v>0.42592592592592593</c:v>
                </c:pt>
                <c:pt idx="36">
                  <c:v>0.45061728395061729</c:v>
                </c:pt>
                <c:pt idx="37">
                  <c:v>0.30864197530864196</c:v>
                </c:pt>
                <c:pt idx="38">
                  <c:v>0.41975308641975306</c:v>
                </c:pt>
                <c:pt idx="39">
                  <c:v>0.46913580246913578</c:v>
                </c:pt>
                <c:pt idx="40">
                  <c:v>0.59259259259259256</c:v>
                </c:pt>
                <c:pt idx="41">
                  <c:v>0.58024691358024694</c:v>
                </c:pt>
                <c:pt idx="42">
                  <c:v>0.53086419753086422</c:v>
                </c:pt>
                <c:pt idx="43">
                  <c:v>0.44444444444444442</c:v>
                </c:pt>
                <c:pt idx="44">
                  <c:v>0.41666666666666669</c:v>
                </c:pt>
                <c:pt idx="45">
                  <c:v>0.5679012345679012</c:v>
                </c:pt>
                <c:pt idx="46">
                  <c:v>0.43333333333333335</c:v>
                </c:pt>
                <c:pt idx="47">
                  <c:v>0.59259259259259256</c:v>
                </c:pt>
                <c:pt idx="48">
                  <c:v>0.46913580246913578</c:v>
                </c:pt>
                <c:pt idx="49">
                  <c:v>0.43333333333333335</c:v>
                </c:pt>
                <c:pt idx="50">
                  <c:v>0.55555555555555558</c:v>
                </c:pt>
                <c:pt idx="51">
                  <c:v>0.62345679012345678</c:v>
                </c:pt>
                <c:pt idx="52">
                  <c:v>0.55555555555555558</c:v>
                </c:pt>
                <c:pt idx="53">
                  <c:v>0.61728395061728392</c:v>
                </c:pt>
                <c:pt idx="54">
                  <c:v>0.44444444444444442</c:v>
                </c:pt>
                <c:pt idx="55">
                  <c:v>0.58024691358024694</c:v>
                </c:pt>
                <c:pt idx="56">
                  <c:v>0.38271604938271603</c:v>
                </c:pt>
                <c:pt idx="57">
                  <c:v>0.42592592592592593</c:v>
                </c:pt>
                <c:pt idx="58">
                  <c:v>0.56441717791411039</c:v>
                </c:pt>
                <c:pt idx="59">
                  <c:v>0.6166666666666667</c:v>
                </c:pt>
                <c:pt idx="60">
                  <c:v>0.43827160493827161</c:v>
                </c:pt>
                <c:pt idx="61">
                  <c:v>0.49382716049382713</c:v>
                </c:pt>
                <c:pt idx="62">
                  <c:v>0.51724137931034486</c:v>
                </c:pt>
                <c:pt idx="63">
                  <c:v>0.33333333333333331</c:v>
                </c:pt>
                <c:pt idx="64">
                  <c:v>0.48333333333333334</c:v>
                </c:pt>
                <c:pt idx="65">
                  <c:v>0.46296296296296297</c:v>
                </c:pt>
                <c:pt idx="66">
                  <c:v>0.5</c:v>
                </c:pt>
                <c:pt idx="67">
                  <c:v>0.46666666666666667</c:v>
                </c:pt>
                <c:pt idx="68">
                  <c:v>0.49689440993788819</c:v>
                </c:pt>
                <c:pt idx="69">
                  <c:v>0.46913580246913578</c:v>
                </c:pt>
                <c:pt idx="70">
                  <c:v>0.43333333333333335</c:v>
                </c:pt>
                <c:pt idx="71">
                  <c:v>0.61111111111111116</c:v>
                </c:pt>
                <c:pt idx="72">
                  <c:v>0.4567901234567901</c:v>
                </c:pt>
                <c:pt idx="73">
                  <c:v>0.35185185185185186</c:v>
                </c:pt>
                <c:pt idx="74">
                  <c:v>0.49068322981366458</c:v>
                </c:pt>
                <c:pt idx="75">
                  <c:v>0.41975308641975306</c:v>
                </c:pt>
                <c:pt idx="76">
                  <c:v>0.4567901234567901</c:v>
                </c:pt>
                <c:pt idx="77">
                  <c:v>0.48765432098765432</c:v>
                </c:pt>
                <c:pt idx="78">
                  <c:v>0.54320987654320985</c:v>
                </c:pt>
                <c:pt idx="79">
                  <c:v>0.47530864197530864</c:v>
                </c:pt>
                <c:pt idx="80">
                  <c:v>0.43827160493827161</c:v>
                </c:pt>
                <c:pt idx="81">
                  <c:v>0.50310559006211175</c:v>
                </c:pt>
                <c:pt idx="82">
                  <c:v>0.59876543209876543</c:v>
                </c:pt>
                <c:pt idx="83">
                  <c:v>0.49382716049382713</c:v>
                </c:pt>
                <c:pt idx="84">
                  <c:v>0.41975308641975306</c:v>
                </c:pt>
                <c:pt idx="85">
                  <c:v>0.5</c:v>
                </c:pt>
                <c:pt idx="86">
                  <c:v>0.40740740740740738</c:v>
                </c:pt>
                <c:pt idx="87">
                  <c:v>0.53086419753086422</c:v>
                </c:pt>
                <c:pt idx="88">
                  <c:v>0.48765432098765432</c:v>
                </c:pt>
                <c:pt idx="89">
                  <c:v>0.43333333333333335</c:v>
                </c:pt>
                <c:pt idx="90">
                  <c:v>0.48333333333333334</c:v>
                </c:pt>
                <c:pt idx="91">
                  <c:v>0.43827160493827161</c:v>
                </c:pt>
                <c:pt idx="92">
                  <c:v>0.45061728395061729</c:v>
                </c:pt>
                <c:pt idx="93">
                  <c:v>0.57407407407407407</c:v>
                </c:pt>
                <c:pt idx="94">
                  <c:v>0.42592592592592593</c:v>
                </c:pt>
                <c:pt idx="95">
                  <c:v>0.41975308641975306</c:v>
                </c:pt>
                <c:pt idx="96">
                  <c:v>0.47530864197530864</c:v>
                </c:pt>
                <c:pt idx="97">
                  <c:v>0.55555555555555558</c:v>
                </c:pt>
                <c:pt idx="98">
                  <c:v>0.46913580246913578</c:v>
                </c:pt>
                <c:pt idx="99">
                  <c:v>0.4</c:v>
                </c:pt>
                <c:pt idx="100">
                  <c:v>0.46296296296296297</c:v>
                </c:pt>
                <c:pt idx="101">
                  <c:v>0.53086419753086422</c:v>
                </c:pt>
                <c:pt idx="102">
                  <c:v>0.52469135802469136</c:v>
                </c:pt>
                <c:pt idx="103">
                  <c:v>0.34567901234567899</c:v>
                </c:pt>
                <c:pt idx="104">
                  <c:v>0.47530864197530864</c:v>
                </c:pt>
                <c:pt idx="105">
                  <c:v>0.4567901234567901</c:v>
                </c:pt>
                <c:pt idx="106">
                  <c:v>0.41358024691358025</c:v>
                </c:pt>
                <c:pt idx="107">
                  <c:v>0.56666666666666665</c:v>
                </c:pt>
                <c:pt idx="108">
                  <c:v>0.41975308641975306</c:v>
                </c:pt>
                <c:pt idx="109">
                  <c:v>0.39506172839506171</c:v>
                </c:pt>
                <c:pt idx="110">
                  <c:v>0.43209876543209874</c:v>
                </c:pt>
                <c:pt idx="111">
                  <c:v>0.4567901234567901</c:v>
                </c:pt>
                <c:pt idx="112">
                  <c:v>0.5</c:v>
                </c:pt>
                <c:pt idx="113">
                  <c:v>0.42592592592592593</c:v>
                </c:pt>
                <c:pt idx="114">
                  <c:v>0.46913580246913578</c:v>
                </c:pt>
                <c:pt idx="115">
                  <c:v>0.45061728395061729</c:v>
                </c:pt>
                <c:pt idx="116">
                  <c:v>0.49382716049382713</c:v>
                </c:pt>
                <c:pt idx="117">
                  <c:v>0.53086419753086422</c:v>
                </c:pt>
                <c:pt idx="118">
                  <c:v>0.59876543209876543</c:v>
                </c:pt>
                <c:pt idx="119">
                  <c:v>0.45061728395061729</c:v>
                </c:pt>
                <c:pt idx="120">
                  <c:v>0.50931677018633537</c:v>
                </c:pt>
                <c:pt idx="121">
                  <c:v>0.44720496894409939</c:v>
                </c:pt>
                <c:pt idx="122">
                  <c:v>0.4567901234567901</c:v>
                </c:pt>
                <c:pt idx="123">
                  <c:v>0.32098765432098764</c:v>
                </c:pt>
                <c:pt idx="124">
                  <c:v>0.54320987654320985</c:v>
                </c:pt>
                <c:pt idx="125">
                  <c:v>0.39130434782608697</c:v>
                </c:pt>
                <c:pt idx="126">
                  <c:v>0.42592592592592593</c:v>
                </c:pt>
                <c:pt idx="127">
                  <c:v>0.59259259259259256</c:v>
                </c:pt>
                <c:pt idx="128">
                  <c:v>0.40123456790123457</c:v>
                </c:pt>
                <c:pt idx="129">
                  <c:v>0.5679012345679012</c:v>
                </c:pt>
                <c:pt idx="130">
                  <c:v>0.43827160493827161</c:v>
                </c:pt>
                <c:pt idx="131">
                  <c:v>0.41975308641975306</c:v>
                </c:pt>
                <c:pt idx="132">
                  <c:v>0.48765432098765432</c:v>
                </c:pt>
                <c:pt idx="133">
                  <c:v>0.59259259259259256</c:v>
                </c:pt>
                <c:pt idx="134">
                  <c:v>0.45061728395061729</c:v>
                </c:pt>
                <c:pt idx="135">
                  <c:v>0.50617283950617287</c:v>
                </c:pt>
                <c:pt idx="136">
                  <c:v>0.34567901234567899</c:v>
                </c:pt>
                <c:pt idx="137">
                  <c:v>0.37037037037037035</c:v>
                </c:pt>
                <c:pt idx="138">
                  <c:v>0.42236024844720499</c:v>
                </c:pt>
                <c:pt idx="139">
                  <c:v>0.41975308641975306</c:v>
                </c:pt>
                <c:pt idx="140">
                  <c:v>0.38271604938271603</c:v>
                </c:pt>
                <c:pt idx="141">
                  <c:v>0.54938271604938271</c:v>
                </c:pt>
                <c:pt idx="142">
                  <c:v>0.40740740740740738</c:v>
                </c:pt>
                <c:pt idx="143">
                  <c:v>0.53086419753086422</c:v>
                </c:pt>
                <c:pt idx="144">
                  <c:v>0.53086419753086422</c:v>
                </c:pt>
                <c:pt idx="145">
                  <c:v>0.36419753086419754</c:v>
                </c:pt>
                <c:pt idx="146">
                  <c:v>0.42592592592592593</c:v>
                </c:pt>
                <c:pt idx="147">
                  <c:v>0.58024691358024694</c:v>
                </c:pt>
                <c:pt idx="148">
                  <c:v>0.60493827160493829</c:v>
                </c:pt>
                <c:pt idx="149">
                  <c:v>0.42592592592592593</c:v>
                </c:pt>
                <c:pt idx="150">
                  <c:v>0.59876543209876543</c:v>
                </c:pt>
                <c:pt idx="151">
                  <c:v>0.54938271604938271</c:v>
                </c:pt>
                <c:pt idx="152">
                  <c:v>0.5864197530864198</c:v>
                </c:pt>
                <c:pt idx="153">
                  <c:v>0.60493827160493829</c:v>
                </c:pt>
                <c:pt idx="154">
                  <c:v>0.48447204968944102</c:v>
                </c:pt>
                <c:pt idx="155">
                  <c:v>0.51851851851851849</c:v>
                </c:pt>
                <c:pt idx="156">
                  <c:v>0.47530864197530864</c:v>
                </c:pt>
                <c:pt idx="157">
                  <c:v>0.41358024691358025</c:v>
                </c:pt>
                <c:pt idx="158">
                  <c:v>0.52469135802469136</c:v>
                </c:pt>
                <c:pt idx="159">
                  <c:v>0.46296296296296297</c:v>
                </c:pt>
                <c:pt idx="160">
                  <c:v>0.41358024691358025</c:v>
                </c:pt>
                <c:pt idx="161">
                  <c:v>0.41975308641975306</c:v>
                </c:pt>
                <c:pt idx="162">
                  <c:v>0.4567901234567901</c:v>
                </c:pt>
                <c:pt idx="163">
                  <c:v>0.40740740740740738</c:v>
                </c:pt>
                <c:pt idx="164">
                  <c:v>0.57407407407407407</c:v>
                </c:pt>
                <c:pt idx="165">
                  <c:v>0.40740740740740738</c:v>
                </c:pt>
                <c:pt idx="166">
                  <c:v>0.59259259259259256</c:v>
                </c:pt>
                <c:pt idx="167">
                  <c:v>0.43209876543209874</c:v>
                </c:pt>
                <c:pt idx="168">
                  <c:v>0.55555555555555558</c:v>
                </c:pt>
                <c:pt idx="169">
                  <c:v>0.43827160493827161</c:v>
                </c:pt>
                <c:pt idx="170">
                  <c:v>0.43827160493827161</c:v>
                </c:pt>
                <c:pt idx="171">
                  <c:v>0.36419753086419754</c:v>
                </c:pt>
                <c:pt idx="172">
                  <c:v>0.40740740740740738</c:v>
                </c:pt>
                <c:pt idx="173">
                  <c:v>0.49382716049382713</c:v>
                </c:pt>
                <c:pt idx="174">
                  <c:v>0.58385093167701863</c:v>
                </c:pt>
                <c:pt idx="175">
                  <c:v>0.4567901234567901</c:v>
                </c:pt>
                <c:pt idx="176">
                  <c:v>0.5714285714285714</c:v>
                </c:pt>
                <c:pt idx="177">
                  <c:v>0.44444444444444442</c:v>
                </c:pt>
                <c:pt idx="178">
                  <c:v>0.51851851851851849</c:v>
                </c:pt>
                <c:pt idx="179">
                  <c:v>0.51234567901234573</c:v>
                </c:pt>
                <c:pt idx="180">
                  <c:v>0.39506172839506171</c:v>
                </c:pt>
                <c:pt idx="181">
                  <c:v>0.57407407407407407</c:v>
                </c:pt>
                <c:pt idx="182">
                  <c:v>0.46296296296296297</c:v>
                </c:pt>
                <c:pt idx="183">
                  <c:v>0.4567901234567901</c:v>
                </c:pt>
                <c:pt idx="184">
                  <c:v>0.40740740740740738</c:v>
                </c:pt>
                <c:pt idx="185">
                  <c:v>0.50617283950617287</c:v>
                </c:pt>
                <c:pt idx="186">
                  <c:v>0.52469135802469136</c:v>
                </c:pt>
                <c:pt idx="187">
                  <c:v>0.58895705521472397</c:v>
                </c:pt>
                <c:pt idx="188">
                  <c:v>0.56172839506172845</c:v>
                </c:pt>
                <c:pt idx="189">
                  <c:v>0.55555555555555558</c:v>
                </c:pt>
                <c:pt idx="190">
                  <c:v>0.47530864197530864</c:v>
                </c:pt>
                <c:pt idx="191">
                  <c:v>0.55555555555555558</c:v>
                </c:pt>
                <c:pt idx="192">
                  <c:v>0.41358024691358025</c:v>
                </c:pt>
                <c:pt idx="193">
                  <c:v>0.41358024691358025</c:v>
                </c:pt>
                <c:pt idx="194">
                  <c:v>0.5864197530864198</c:v>
                </c:pt>
                <c:pt idx="195">
                  <c:v>0.3888888888888889</c:v>
                </c:pt>
                <c:pt idx="196">
                  <c:v>0.55000000000000004</c:v>
                </c:pt>
                <c:pt idx="197">
                  <c:v>0.39506172839506171</c:v>
                </c:pt>
                <c:pt idx="198">
                  <c:v>0.51234567901234573</c:v>
                </c:pt>
                <c:pt idx="199">
                  <c:v>0.46913580246913578</c:v>
                </c:pt>
                <c:pt idx="200">
                  <c:v>0.59259259259259256</c:v>
                </c:pt>
                <c:pt idx="201">
                  <c:v>0.57407407407407407</c:v>
                </c:pt>
                <c:pt idx="202">
                  <c:v>0.3888888888888889</c:v>
                </c:pt>
                <c:pt idx="203">
                  <c:v>0.29192546583850931</c:v>
                </c:pt>
                <c:pt idx="204">
                  <c:v>0.50931677018633537</c:v>
                </c:pt>
                <c:pt idx="205">
                  <c:v>0.5679012345679012</c:v>
                </c:pt>
                <c:pt idx="206">
                  <c:v>0.38271604938271603</c:v>
                </c:pt>
                <c:pt idx="207">
                  <c:v>0.48148148148148145</c:v>
                </c:pt>
                <c:pt idx="208">
                  <c:v>0.53703703703703709</c:v>
                </c:pt>
                <c:pt idx="209">
                  <c:v>0.37654320987654322</c:v>
                </c:pt>
                <c:pt idx="210">
                  <c:v>0.45962732919254656</c:v>
                </c:pt>
                <c:pt idx="211">
                  <c:v>0.5</c:v>
                </c:pt>
                <c:pt idx="212">
                  <c:v>0.53086419753086422</c:v>
                </c:pt>
                <c:pt idx="213">
                  <c:v>0.51851851851851849</c:v>
                </c:pt>
                <c:pt idx="214">
                  <c:v>0.48765432098765432</c:v>
                </c:pt>
                <c:pt idx="215">
                  <c:v>0.46913580246913578</c:v>
                </c:pt>
                <c:pt idx="216">
                  <c:v>0.53086419753086422</c:v>
                </c:pt>
                <c:pt idx="217">
                  <c:v>0.52469135802469136</c:v>
                </c:pt>
                <c:pt idx="218">
                  <c:v>0.55555555555555558</c:v>
                </c:pt>
                <c:pt idx="219">
                  <c:v>0.48148148148148145</c:v>
                </c:pt>
                <c:pt idx="220">
                  <c:v>0.54320987654320985</c:v>
                </c:pt>
                <c:pt idx="221">
                  <c:v>0.59876543209876543</c:v>
                </c:pt>
                <c:pt idx="222">
                  <c:v>0.41358024691358025</c:v>
                </c:pt>
                <c:pt idx="223">
                  <c:v>0.52469135802469136</c:v>
                </c:pt>
                <c:pt idx="224">
                  <c:v>0.55555555555555558</c:v>
                </c:pt>
                <c:pt idx="225">
                  <c:v>0.45061728395061729</c:v>
                </c:pt>
                <c:pt idx="226">
                  <c:v>0.53086419753086422</c:v>
                </c:pt>
                <c:pt idx="227">
                  <c:v>0.71666666666666667</c:v>
                </c:pt>
                <c:pt idx="228">
                  <c:v>0.54320987654320985</c:v>
                </c:pt>
                <c:pt idx="229">
                  <c:v>0.41358024691358025</c:v>
                </c:pt>
                <c:pt idx="230">
                  <c:v>0.53086419753086422</c:v>
                </c:pt>
                <c:pt idx="231">
                  <c:v>0.62345679012345678</c:v>
                </c:pt>
                <c:pt idx="232">
                  <c:v>0.46913580246913578</c:v>
                </c:pt>
                <c:pt idx="233">
                  <c:v>0.5864197530864198</c:v>
                </c:pt>
                <c:pt idx="234">
                  <c:v>0.51234567901234573</c:v>
                </c:pt>
                <c:pt idx="235">
                  <c:v>0.33950617283950618</c:v>
                </c:pt>
                <c:pt idx="236">
                  <c:v>0.48765432098765432</c:v>
                </c:pt>
                <c:pt idx="237">
                  <c:v>0.48148148148148145</c:v>
                </c:pt>
                <c:pt idx="238">
                  <c:v>0.46296296296296297</c:v>
                </c:pt>
                <c:pt idx="239">
                  <c:v>0.50617283950617287</c:v>
                </c:pt>
                <c:pt idx="240">
                  <c:v>0.48148148148148145</c:v>
                </c:pt>
                <c:pt idx="241">
                  <c:v>0.55555555555555558</c:v>
                </c:pt>
                <c:pt idx="242">
                  <c:v>0.35802469135802467</c:v>
                </c:pt>
                <c:pt idx="243">
                  <c:v>0.29012345679012347</c:v>
                </c:pt>
                <c:pt idx="244">
                  <c:v>0.53086419753086422</c:v>
                </c:pt>
                <c:pt idx="245">
                  <c:v>0.39506172839506171</c:v>
                </c:pt>
                <c:pt idx="246">
                  <c:v>0.4567901234567901</c:v>
                </c:pt>
                <c:pt idx="247">
                  <c:v>0.61728395061728392</c:v>
                </c:pt>
                <c:pt idx="248">
                  <c:v>0.62962962962962965</c:v>
                </c:pt>
                <c:pt idx="249">
                  <c:v>0.25308641975308643</c:v>
                </c:pt>
                <c:pt idx="250">
                  <c:v>0.59876543209876543</c:v>
                </c:pt>
                <c:pt idx="251">
                  <c:v>0.40740740740740738</c:v>
                </c:pt>
                <c:pt idx="252">
                  <c:v>0.54320987654320985</c:v>
                </c:pt>
                <c:pt idx="253">
                  <c:v>0.54938271604938271</c:v>
                </c:pt>
                <c:pt idx="254">
                  <c:v>0.58024691358024694</c:v>
                </c:pt>
                <c:pt idx="255">
                  <c:v>0.43827160493827161</c:v>
                </c:pt>
                <c:pt idx="256">
                  <c:v>0.55828220858895705</c:v>
                </c:pt>
                <c:pt idx="257">
                  <c:v>0.57407407407407407</c:v>
                </c:pt>
                <c:pt idx="258">
                  <c:v>0.57407407407407407</c:v>
                </c:pt>
                <c:pt idx="259">
                  <c:v>0.62345679012345678</c:v>
                </c:pt>
                <c:pt idx="260">
                  <c:v>0.53703703703703709</c:v>
                </c:pt>
                <c:pt idx="261">
                  <c:v>0.5864197530864198</c:v>
                </c:pt>
                <c:pt idx="262">
                  <c:v>0.41975308641975306</c:v>
                </c:pt>
                <c:pt idx="263">
                  <c:v>0.46913580246913578</c:v>
                </c:pt>
                <c:pt idx="264">
                  <c:v>0.57407407407407407</c:v>
                </c:pt>
                <c:pt idx="265">
                  <c:v>0.48148148148148145</c:v>
                </c:pt>
                <c:pt idx="266">
                  <c:v>0.5</c:v>
                </c:pt>
                <c:pt idx="267">
                  <c:v>0.3888888888888889</c:v>
                </c:pt>
                <c:pt idx="268">
                  <c:v>0.50617283950617287</c:v>
                </c:pt>
                <c:pt idx="269">
                  <c:v>0.51234567901234573</c:v>
                </c:pt>
                <c:pt idx="270">
                  <c:v>0.48148148148148145</c:v>
                </c:pt>
                <c:pt idx="271">
                  <c:v>0.52469135802469136</c:v>
                </c:pt>
                <c:pt idx="272">
                  <c:v>0.47530864197530864</c:v>
                </c:pt>
                <c:pt idx="273">
                  <c:v>0.56172839506172845</c:v>
                </c:pt>
                <c:pt idx="274">
                  <c:v>0.5864197530864198</c:v>
                </c:pt>
                <c:pt idx="275">
                  <c:v>0.59259259259259256</c:v>
                </c:pt>
                <c:pt idx="276">
                  <c:v>0.43209876543209874</c:v>
                </c:pt>
                <c:pt idx="277">
                  <c:v>0.54320987654320985</c:v>
                </c:pt>
                <c:pt idx="278">
                  <c:v>0.59876543209876543</c:v>
                </c:pt>
                <c:pt idx="279">
                  <c:v>0.55828220858895705</c:v>
                </c:pt>
                <c:pt idx="280">
                  <c:v>0.43827160493827161</c:v>
                </c:pt>
                <c:pt idx="281">
                  <c:v>0.41975308641975306</c:v>
                </c:pt>
                <c:pt idx="282">
                  <c:v>0.40123456790123457</c:v>
                </c:pt>
                <c:pt idx="283">
                  <c:v>0.51234567901234573</c:v>
                </c:pt>
                <c:pt idx="284">
                  <c:v>0.37654320987654322</c:v>
                </c:pt>
                <c:pt idx="285">
                  <c:v>0.53086419753086422</c:v>
                </c:pt>
                <c:pt idx="286">
                  <c:v>0.53086419753086422</c:v>
                </c:pt>
                <c:pt idx="287">
                  <c:v>0.53086419753086422</c:v>
                </c:pt>
                <c:pt idx="288">
                  <c:v>0.53703703703703709</c:v>
                </c:pt>
                <c:pt idx="289">
                  <c:v>0.52469135802469136</c:v>
                </c:pt>
                <c:pt idx="290">
                  <c:v>0.49382716049382713</c:v>
                </c:pt>
                <c:pt idx="291">
                  <c:v>0.54938271604938271</c:v>
                </c:pt>
                <c:pt idx="292">
                  <c:v>0.53086419753086422</c:v>
                </c:pt>
                <c:pt idx="293">
                  <c:v>0.41975308641975306</c:v>
                </c:pt>
                <c:pt idx="294">
                  <c:v>0.56172839506172845</c:v>
                </c:pt>
                <c:pt idx="295">
                  <c:v>0.47530864197530864</c:v>
                </c:pt>
                <c:pt idx="296">
                  <c:v>0.48148148148148145</c:v>
                </c:pt>
                <c:pt idx="297">
                  <c:v>0.4567901234567901</c:v>
                </c:pt>
                <c:pt idx="298">
                  <c:v>0.45061728395061729</c:v>
                </c:pt>
                <c:pt idx="299">
                  <c:v>0.54658385093167705</c:v>
                </c:pt>
                <c:pt idx="300">
                  <c:v>0.55555555555555558</c:v>
                </c:pt>
                <c:pt idx="301">
                  <c:v>0.43827160493827161</c:v>
                </c:pt>
                <c:pt idx="302">
                  <c:v>0.54938271604938271</c:v>
                </c:pt>
                <c:pt idx="303">
                  <c:v>0.57407407407407407</c:v>
                </c:pt>
                <c:pt idx="304">
                  <c:v>0.43827160493827161</c:v>
                </c:pt>
                <c:pt idx="305">
                  <c:v>0.53703703703703709</c:v>
                </c:pt>
                <c:pt idx="306">
                  <c:v>0.54938271604938271</c:v>
                </c:pt>
                <c:pt idx="307">
                  <c:v>0.57407407407407407</c:v>
                </c:pt>
                <c:pt idx="308">
                  <c:v>0.44444444444444442</c:v>
                </c:pt>
                <c:pt idx="309">
                  <c:v>0.5</c:v>
                </c:pt>
                <c:pt idx="310">
                  <c:v>0.54938271604938271</c:v>
                </c:pt>
                <c:pt idx="311">
                  <c:v>0.54320987654320985</c:v>
                </c:pt>
                <c:pt idx="312">
                  <c:v>0.48148148148148145</c:v>
                </c:pt>
                <c:pt idx="313">
                  <c:v>0.5</c:v>
                </c:pt>
                <c:pt idx="314">
                  <c:v>0.45962732919254656</c:v>
                </c:pt>
                <c:pt idx="315">
                  <c:v>0.54320987654320985</c:v>
                </c:pt>
                <c:pt idx="316">
                  <c:v>0.37654320987654322</c:v>
                </c:pt>
                <c:pt idx="317">
                  <c:v>0.45061728395061729</c:v>
                </c:pt>
                <c:pt idx="318">
                  <c:v>0.63580246913580252</c:v>
                </c:pt>
                <c:pt idx="319">
                  <c:v>0.60493827160493829</c:v>
                </c:pt>
                <c:pt idx="320">
                  <c:v>0.51234567901234573</c:v>
                </c:pt>
                <c:pt idx="321">
                  <c:v>0.49382716049382713</c:v>
                </c:pt>
                <c:pt idx="322">
                  <c:v>0.66049382716049387</c:v>
                </c:pt>
                <c:pt idx="323">
                  <c:v>0.62962962962962965</c:v>
                </c:pt>
                <c:pt idx="324">
                  <c:v>0.43827160493827161</c:v>
                </c:pt>
                <c:pt idx="325">
                  <c:v>0.55555555555555558</c:v>
                </c:pt>
                <c:pt idx="326">
                  <c:v>0.57407407407407407</c:v>
                </c:pt>
                <c:pt idx="327">
                  <c:v>0.36419753086419754</c:v>
                </c:pt>
                <c:pt idx="328">
                  <c:v>0.66049382716049387</c:v>
                </c:pt>
                <c:pt idx="329">
                  <c:v>0.59876543209876543</c:v>
                </c:pt>
                <c:pt idx="330">
                  <c:v>0.5679012345679012</c:v>
                </c:pt>
                <c:pt idx="331">
                  <c:v>0.55555555555555558</c:v>
                </c:pt>
                <c:pt idx="332">
                  <c:v>0.3888888888888889</c:v>
                </c:pt>
                <c:pt idx="333">
                  <c:v>0.57407407407407407</c:v>
                </c:pt>
                <c:pt idx="334">
                  <c:v>0.54938271604938271</c:v>
                </c:pt>
                <c:pt idx="335">
                  <c:v>0.42592592592592593</c:v>
                </c:pt>
                <c:pt idx="336">
                  <c:v>0.56172839506172845</c:v>
                </c:pt>
                <c:pt idx="337">
                  <c:v>0.49382716049382713</c:v>
                </c:pt>
                <c:pt idx="338">
                  <c:v>0.46296296296296297</c:v>
                </c:pt>
                <c:pt idx="339">
                  <c:v>0.4567901234567901</c:v>
                </c:pt>
                <c:pt idx="340">
                  <c:v>0.45061728395061729</c:v>
                </c:pt>
                <c:pt idx="341">
                  <c:v>0.46913580246913578</c:v>
                </c:pt>
                <c:pt idx="342">
                  <c:v>0.51234567901234573</c:v>
                </c:pt>
                <c:pt idx="343">
                  <c:v>0.5679012345679012</c:v>
                </c:pt>
                <c:pt idx="344">
                  <c:v>0.62345679012345678</c:v>
                </c:pt>
                <c:pt idx="345">
                  <c:v>0.45061728395061729</c:v>
                </c:pt>
                <c:pt idx="346">
                  <c:v>0.5</c:v>
                </c:pt>
                <c:pt idx="347">
                  <c:v>0.47530864197530864</c:v>
                </c:pt>
                <c:pt idx="348">
                  <c:v>0.53703703703703709</c:v>
                </c:pt>
                <c:pt idx="349">
                  <c:v>0.48765432098765432</c:v>
                </c:pt>
                <c:pt idx="350">
                  <c:v>0.61728395061728392</c:v>
                </c:pt>
                <c:pt idx="351">
                  <c:v>0.51851851851851849</c:v>
                </c:pt>
                <c:pt idx="352">
                  <c:v>0.48148148148148145</c:v>
                </c:pt>
                <c:pt idx="353">
                  <c:v>0.50617283950617287</c:v>
                </c:pt>
                <c:pt idx="354">
                  <c:v>0.59876543209876543</c:v>
                </c:pt>
                <c:pt idx="355">
                  <c:v>0.47530864197530864</c:v>
                </c:pt>
                <c:pt idx="356">
                  <c:v>0.48148148148148145</c:v>
                </c:pt>
                <c:pt idx="357">
                  <c:v>0.65432098765432101</c:v>
                </c:pt>
                <c:pt idx="358">
                  <c:v>0.5679012345679012</c:v>
                </c:pt>
                <c:pt idx="359">
                  <c:v>0.63975155279503104</c:v>
                </c:pt>
                <c:pt idx="360">
                  <c:v>0.48765432098765432</c:v>
                </c:pt>
                <c:pt idx="361">
                  <c:v>0.39506172839506171</c:v>
                </c:pt>
                <c:pt idx="362">
                  <c:v>0.39506172839506171</c:v>
                </c:pt>
                <c:pt idx="363">
                  <c:v>0.5</c:v>
                </c:pt>
                <c:pt idx="364">
                  <c:v>0.51234567901234573</c:v>
                </c:pt>
                <c:pt idx="365">
                  <c:v>0.50617283950617287</c:v>
                </c:pt>
                <c:pt idx="366">
                  <c:v>0.5864197530864198</c:v>
                </c:pt>
                <c:pt idx="367">
                  <c:v>0.58282208588957052</c:v>
                </c:pt>
                <c:pt idx="368">
                  <c:v>0.56441717791411039</c:v>
                </c:pt>
                <c:pt idx="369">
                  <c:v>0.53416149068322982</c:v>
                </c:pt>
                <c:pt idx="370">
                  <c:v>0.47530864197530864</c:v>
                </c:pt>
                <c:pt idx="371">
                  <c:v>0.49382716049382713</c:v>
                </c:pt>
                <c:pt idx="372">
                  <c:v>0.5</c:v>
                </c:pt>
                <c:pt idx="373">
                  <c:v>0.5679012345679012</c:v>
                </c:pt>
                <c:pt idx="374">
                  <c:v>0.64197530864197527</c:v>
                </c:pt>
                <c:pt idx="375">
                  <c:v>0.45061728395061729</c:v>
                </c:pt>
                <c:pt idx="376">
                  <c:v>0.65432098765432101</c:v>
                </c:pt>
                <c:pt idx="377">
                  <c:v>0.57407407407407407</c:v>
                </c:pt>
                <c:pt idx="378">
                  <c:v>0.56172839506172845</c:v>
                </c:pt>
                <c:pt idx="379">
                  <c:v>0.57407407407407407</c:v>
                </c:pt>
                <c:pt idx="380">
                  <c:v>0.59876543209876543</c:v>
                </c:pt>
                <c:pt idx="381">
                  <c:v>0.48148148148148145</c:v>
                </c:pt>
                <c:pt idx="382">
                  <c:v>0.51851851851851849</c:v>
                </c:pt>
                <c:pt idx="383">
                  <c:v>0.54938271604938271</c:v>
                </c:pt>
                <c:pt idx="384">
                  <c:v>0.4567901234567901</c:v>
                </c:pt>
                <c:pt idx="385">
                  <c:v>0.51851851851851849</c:v>
                </c:pt>
                <c:pt idx="386">
                  <c:v>0.53703703703703709</c:v>
                </c:pt>
                <c:pt idx="387">
                  <c:v>0.51851851851851849</c:v>
                </c:pt>
                <c:pt idx="388">
                  <c:v>0.63580246913580252</c:v>
                </c:pt>
                <c:pt idx="389">
                  <c:v>0.54938271604938271</c:v>
                </c:pt>
                <c:pt idx="390">
                  <c:v>0.48148148148148145</c:v>
                </c:pt>
                <c:pt idx="391">
                  <c:v>0.5864197530864198</c:v>
                </c:pt>
                <c:pt idx="392">
                  <c:v>0.66666666666666663</c:v>
                </c:pt>
                <c:pt idx="393">
                  <c:v>0.45061728395061729</c:v>
                </c:pt>
                <c:pt idx="394">
                  <c:v>0.51851851851851849</c:v>
                </c:pt>
                <c:pt idx="395">
                  <c:v>0.51234567901234573</c:v>
                </c:pt>
                <c:pt idx="396">
                  <c:v>0.52469135802469136</c:v>
                </c:pt>
                <c:pt idx="397">
                  <c:v>0.54938271604938271</c:v>
                </c:pt>
                <c:pt idx="398">
                  <c:v>0.5679012345679012</c:v>
                </c:pt>
                <c:pt idx="399">
                  <c:v>0.55555555555555558</c:v>
                </c:pt>
                <c:pt idx="400">
                  <c:v>0.60493827160493829</c:v>
                </c:pt>
                <c:pt idx="401">
                  <c:v>0.61728395061728392</c:v>
                </c:pt>
                <c:pt idx="402">
                  <c:v>0.58024691358024694</c:v>
                </c:pt>
                <c:pt idx="403">
                  <c:v>0.53703703703703709</c:v>
                </c:pt>
                <c:pt idx="404">
                  <c:v>0.55555555555555558</c:v>
                </c:pt>
                <c:pt idx="405">
                  <c:v>0.5864197530864198</c:v>
                </c:pt>
                <c:pt idx="406">
                  <c:v>0.55555555555555558</c:v>
                </c:pt>
                <c:pt idx="407">
                  <c:v>0.61111111111111116</c:v>
                </c:pt>
                <c:pt idx="408">
                  <c:v>0.50617283950617287</c:v>
                </c:pt>
                <c:pt idx="409">
                  <c:v>0.54658385093167705</c:v>
                </c:pt>
                <c:pt idx="410">
                  <c:v>0.64197530864197527</c:v>
                </c:pt>
                <c:pt idx="411">
                  <c:v>0.62345679012345678</c:v>
                </c:pt>
                <c:pt idx="412">
                  <c:v>0.56172839506172845</c:v>
                </c:pt>
                <c:pt idx="413">
                  <c:v>0.65432098765432101</c:v>
                </c:pt>
                <c:pt idx="414">
                  <c:v>0.68518518518518523</c:v>
                </c:pt>
                <c:pt idx="415">
                  <c:v>0.50617283950617287</c:v>
                </c:pt>
                <c:pt idx="416">
                  <c:v>0.5679012345679012</c:v>
                </c:pt>
                <c:pt idx="417">
                  <c:v>0.58024691358024694</c:v>
                </c:pt>
                <c:pt idx="418">
                  <c:v>0.54938271604938271</c:v>
                </c:pt>
                <c:pt idx="419">
                  <c:v>0.46296296296296297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14A-43BD-95EB-AECC17D5F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2977631"/>
        <c:axId val="1712979071"/>
      </c:scatterChart>
      <c:valAx>
        <c:axId val="17129776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.0_ ;_-[$$-409]* \-#,##0.0\ ;_-[$$-409]* &quot;-&quot;?_ ;_-@_ 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712979071"/>
        <c:crossesAt val="0"/>
        <c:crossBetween val="midCat"/>
      </c:valAx>
      <c:valAx>
        <c:axId val="1712979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7129776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[MLB_Payrolls Analises.xlsx]Pivots!Tabela Dinâmica14</c:name>
    <c:fmtId val="14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Pivots!$B$22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Pivots!$A$23:$A$53</c:f>
              <c:strCache>
                <c:ptCount val="30"/>
                <c:pt idx="0">
                  <c:v>New York Yankees</c:v>
                </c:pt>
                <c:pt idx="1">
                  <c:v>Los Angeles Dodgers</c:v>
                </c:pt>
                <c:pt idx="2">
                  <c:v>Boston Red Sox</c:v>
                </c:pt>
                <c:pt idx="3">
                  <c:v>New York Mets</c:v>
                </c:pt>
                <c:pt idx="4">
                  <c:v>Los Angeles Angels</c:v>
                </c:pt>
                <c:pt idx="5">
                  <c:v>Philadelphia Phillies</c:v>
                </c:pt>
                <c:pt idx="6">
                  <c:v>San Francisco Giants</c:v>
                </c:pt>
                <c:pt idx="7">
                  <c:v>Chicago Cubs</c:v>
                </c:pt>
                <c:pt idx="8">
                  <c:v>Texas Rangers</c:v>
                </c:pt>
                <c:pt idx="9">
                  <c:v>Detroit Tigers</c:v>
                </c:pt>
                <c:pt idx="10">
                  <c:v>Toronto Blue Jays</c:v>
                </c:pt>
                <c:pt idx="11">
                  <c:v>Colorado Rockies</c:v>
                </c:pt>
                <c:pt idx="12">
                  <c:v>Washington Nationals</c:v>
                </c:pt>
                <c:pt idx="13">
                  <c:v>Chicago White Sox</c:v>
                </c:pt>
                <c:pt idx="14">
                  <c:v>St. Louis Cardinals</c:v>
                </c:pt>
                <c:pt idx="15">
                  <c:v>Houston Astros</c:v>
                </c:pt>
                <c:pt idx="16">
                  <c:v>San Diego Padres</c:v>
                </c:pt>
                <c:pt idx="17">
                  <c:v>Atlanta Braves</c:v>
                </c:pt>
                <c:pt idx="18">
                  <c:v>Seattle Mariners</c:v>
                </c:pt>
                <c:pt idx="19">
                  <c:v>Minnesota Twins</c:v>
                </c:pt>
                <c:pt idx="20">
                  <c:v>Arizona Diamondbacks</c:v>
                </c:pt>
                <c:pt idx="21">
                  <c:v>Cincinnati Reds</c:v>
                </c:pt>
                <c:pt idx="22">
                  <c:v>Kansas City Royals</c:v>
                </c:pt>
                <c:pt idx="23">
                  <c:v>Baltimore Orioles</c:v>
                </c:pt>
                <c:pt idx="24">
                  <c:v>Milwaukee Brewers</c:v>
                </c:pt>
                <c:pt idx="25">
                  <c:v>Miami Marlins</c:v>
                </c:pt>
                <c:pt idx="26">
                  <c:v>Cleveland Guardians</c:v>
                </c:pt>
                <c:pt idx="27">
                  <c:v>Pittsburgh Pirates</c:v>
                </c:pt>
                <c:pt idx="28">
                  <c:v>Oakland Athletics</c:v>
                </c:pt>
                <c:pt idx="29">
                  <c:v>Tampa Bay Rays</c:v>
                </c:pt>
              </c:strCache>
            </c:strRef>
          </c:cat>
          <c:val>
            <c:numRef>
              <c:f>Pivots!$B$23:$B$53</c:f>
              <c:numCache>
                <c:formatCode>_-[$$-409]* #\ ##0.00_ ;_-[$$-409]* \-#\ ##0.00\ ;_-[$$-409]* "-"??_ ;_-@_ </c:formatCode>
                <c:ptCount val="30"/>
                <c:pt idx="0">
                  <c:v>2579332.8120372733</c:v>
                </c:pt>
                <c:pt idx="1">
                  <c:v>2386090.5865531177</c:v>
                </c:pt>
                <c:pt idx="2">
                  <c:v>2368018.7253851006</c:v>
                </c:pt>
                <c:pt idx="3">
                  <c:v>2209401.2715388434</c:v>
                </c:pt>
                <c:pt idx="4">
                  <c:v>2191747.4323492139</c:v>
                </c:pt>
                <c:pt idx="5">
                  <c:v>2152569.1387341432</c:v>
                </c:pt>
                <c:pt idx="6">
                  <c:v>2134318.4713308197</c:v>
                </c:pt>
                <c:pt idx="7">
                  <c:v>2001290.2695258479</c:v>
                </c:pt>
                <c:pt idx="8">
                  <c:v>1876861.6588967687</c:v>
                </c:pt>
                <c:pt idx="9">
                  <c:v>1858814.6004125031</c:v>
                </c:pt>
                <c:pt idx="10">
                  <c:v>1823442.8703792316</c:v>
                </c:pt>
                <c:pt idx="11">
                  <c:v>1773013.6528044546</c:v>
                </c:pt>
                <c:pt idx="12">
                  <c:v>1740464.2330206723</c:v>
                </c:pt>
                <c:pt idx="13">
                  <c:v>1731965.5525945139</c:v>
                </c:pt>
                <c:pt idx="14">
                  <c:v>1708086.3864389944</c:v>
                </c:pt>
                <c:pt idx="15">
                  <c:v>1615962.7597570724</c:v>
                </c:pt>
                <c:pt idx="16">
                  <c:v>1571257.5416296429</c:v>
                </c:pt>
                <c:pt idx="17">
                  <c:v>1564514.8512330351</c:v>
                </c:pt>
                <c:pt idx="18">
                  <c:v>1547711.2814958186</c:v>
                </c:pt>
                <c:pt idx="19">
                  <c:v>1544332.4049355274</c:v>
                </c:pt>
                <c:pt idx="20">
                  <c:v>1422950.9138567115</c:v>
                </c:pt>
                <c:pt idx="21">
                  <c:v>1422210.3809774455</c:v>
                </c:pt>
                <c:pt idx="22">
                  <c:v>1418356.8943774258</c:v>
                </c:pt>
                <c:pt idx="23">
                  <c:v>1313354.9772498615</c:v>
                </c:pt>
                <c:pt idx="24">
                  <c:v>1211809.1627566468</c:v>
                </c:pt>
                <c:pt idx="25">
                  <c:v>1131117.7940575753</c:v>
                </c:pt>
                <c:pt idx="26">
                  <c:v>1050558.1636715734</c:v>
                </c:pt>
                <c:pt idx="27">
                  <c:v>1005674.1509823265</c:v>
                </c:pt>
                <c:pt idx="28">
                  <c:v>971574.78531288658</c:v>
                </c:pt>
                <c:pt idx="29">
                  <c:v>835593.27472536196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F8-45B2-AF5C-596B4B6755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39557583"/>
        <c:axId val="539559503"/>
      </c:barChart>
      <c:catAx>
        <c:axId val="539557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539559503"/>
        <c:crosses val="autoZero"/>
        <c:auto val="1"/>
        <c:lblAlgn val="ctr"/>
        <c:lblOffset val="100"/>
        <c:noMultiLvlLbl val="0"/>
      </c:catAx>
      <c:valAx>
        <c:axId val="539559503"/>
        <c:scaling>
          <c:orientation val="minMax"/>
        </c:scaling>
        <c:delete val="0"/>
        <c:axPos val="l"/>
        <c:numFmt formatCode="_-[$$-409]* #,##0.0_ ;_-[$$-409]* \-#,##0.0\ ;_-[$$-409]* &quot;-&quot;?_ ;_-@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539557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[MLB_Payrolls Analises (version 2).xlsb]Pivots!Tabela Dinâmica16</c:name>
    <c:fmtId val="1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Pivots!$B$56</c:f>
              <c:strCache>
                <c:ptCount val="1"/>
                <c:pt idx="0">
                  <c:v>Average de % Active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Pivots!$A$57:$A$60</c:f>
              <c:strCache>
                <c:ptCount val="3"/>
                <c:pt idx="0">
                  <c:v>Division Winner</c:v>
                </c:pt>
                <c:pt idx="1">
                  <c:v>No Playoffs</c:v>
                </c:pt>
                <c:pt idx="2">
                  <c:v>Wildcard</c:v>
                </c:pt>
              </c:strCache>
            </c:strRef>
          </c:cat>
          <c:val>
            <c:numRef>
              <c:f>Pivots!$B$57:$B$60</c:f>
              <c:numCache>
                <c:formatCode>0%</c:formatCode>
                <c:ptCount val="3"/>
                <c:pt idx="0">
                  <c:v>0.83775903038265498</c:v>
                </c:pt>
                <c:pt idx="1">
                  <c:v>0.68419885408011516</c:v>
                </c:pt>
                <c:pt idx="2">
                  <c:v>0.79482100184118842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52-438E-B724-D5F38011DEAE}"/>
            </c:ext>
          </c:extLst>
        </c:ser>
        <c:ser>
          <c:idx val="1"/>
          <c:order val="1"/>
          <c:tx>
            <c:strRef>
              <c:f>Pivots!$C$56</c:f>
              <c:strCache>
                <c:ptCount val="1"/>
                <c:pt idx="0">
                  <c:v>Average % Injured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Pivots!$A$57:$A$60</c:f>
              <c:strCache>
                <c:ptCount val="3"/>
                <c:pt idx="0">
                  <c:v>Division Winner</c:v>
                </c:pt>
                <c:pt idx="1">
                  <c:v>No Playoffs</c:v>
                </c:pt>
                <c:pt idx="2">
                  <c:v>Wildcard</c:v>
                </c:pt>
              </c:strCache>
            </c:strRef>
          </c:cat>
          <c:val>
            <c:numRef>
              <c:f>Pivots!$C$57:$C$60</c:f>
              <c:numCache>
                <c:formatCode>0%</c:formatCode>
                <c:ptCount val="3"/>
                <c:pt idx="0">
                  <c:v>6.515901992332418E-2</c:v>
                </c:pt>
                <c:pt idx="1">
                  <c:v>0.11250404122833904</c:v>
                </c:pt>
                <c:pt idx="2">
                  <c:v>7.6765175508293884E-2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52-438E-B724-D5F38011DEAE}"/>
            </c:ext>
          </c:extLst>
        </c:ser>
        <c:ser>
          <c:idx val="2"/>
          <c:order val="2"/>
          <c:tx>
            <c:strRef>
              <c:f>Pivots!$D$56</c:f>
              <c:strCache>
                <c:ptCount val="1"/>
                <c:pt idx="0">
                  <c:v>Average % Retained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Pivots!$A$57:$A$60</c:f>
              <c:strCache>
                <c:ptCount val="3"/>
                <c:pt idx="0">
                  <c:v>Division Winner</c:v>
                </c:pt>
                <c:pt idx="1">
                  <c:v>No Playoffs</c:v>
                </c:pt>
                <c:pt idx="2">
                  <c:v>Wildcard</c:v>
                </c:pt>
              </c:strCache>
            </c:strRef>
          </c:cat>
          <c:val>
            <c:numRef>
              <c:f>Pivots!$D$57:$D$60</c:f>
              <c:numCache>
                <c:formatCode>0%</c:formatCode>
                <c:ptCount val="3"/>
                <c:pt idx="0">
                  <c:v>7.8534419445215081E-2</c:v>
                </c:pt>
                <c:pt idx="1">
                  <c:v>0.18300076361877157</c:v>
                </c:pt>
                <c:pt idx="2">
                  <c:v>0.10784041022022514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52-438E-B724-D5F38011DEAE}"/>
            </c:ext>
          </c:extLst>
        </c:ser>
        <c:ser>
          <c:idx val="3"/>
          <c:order val="3"/>
          <c:tx>
            <c:strRef>
              <c:f>Pivots!$E$56</c:f>
              <c:strCache>
                <c:ptCount val="1"/>
                <c:pt idx="0">
                  <c:v>Average de % Buried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Pivots!$A$57:$A$60</c:f>
              <c:strCache>
                <c:ptCount val="3"/>
                <c:pt idx="0">
                  <c:v>Division Winner</c:v>
                </c:pt>
                <c:pt idx="1">
                  <c:v>No Playoffs</c:v>
                </c:pt>
                <c:pt idx="2">
                  <c:v>Wildcard</c:v>
                </c:pt>
              </c:strCache>
            </c:strRef>
          </c:cat>
          <c:val>
            <c:numRef>
              <c:f>Pivots!$E$57:$E$60</c:f>
              <c:numCache>
                <c:formatCode>0%</c:formatCode>
                <c:ptCount val="3"/>
                <c:pt idx="0">
                  <c:v>1.4291963596262865E-2</c:v>
                </c:pt>
                <c:pt idx="1">
                  <c:v>1.4695150920968446E-2</c:v>
                </c:pt>
                <c:pt idx="2">
                  <c:v>1.2534267953275693E-2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C52-438E-B724-D5F38011DE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03661039"/>
        <c:axId val="1703662479"/>
      </c:barChart>
      <c:catAx>
        <c:axId val="17036610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703662479"/>
        <c:crosses val="autoZero"/>
        <c:auto val="1"/>
        <c:lblAlgn val="ctr"/>
        <c:lblOffset val="100"/>
        <c:noMultiLvlLbl val="0"/>
      </c:catAx>
      <c:valAx>
        <c:axId val="1703662479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7036610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04E70CD2-575F-0BFC-80DF-9ED5F993CB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C0ABF9FF-8E9B-C1B9-E7D4-00863DA0C4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824DB-9C0B-4A01-950D-EEDD76B6D56C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3D172B23-83C3-2102-03B9-50D63FE7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Source: MLB payroll dataset (2011–2024) | Analysis by Steven Boaventura</a:t>
            </a:r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E0902D5E-C178-6A63-C9E2-61C877DA22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A7FFD8-B4A4-429F-8AA1-CFA0C5650B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6905105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1352BC-CD9F-4317-AB62-24B906D8BC22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Source: MLB payroll dataset (2011–2024) | Analysis by Steven Boaventura</a:t>
            </a:r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7EEA7-C048-4ED3-819E-4BC10D97B8C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510232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Source: MLB payroll dataset (2011–2024) | Analysis by Steven Boaventura</a:t>
            </a:r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7EEA7-C048-4ED3-819E-4BC10D97B8CC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8451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8DAB6-D5DA-4EEF-0EAF-6617A5B90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C25376-D0E7-70A0-25D0-250EFC074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8D2AF9B-E9CF-BC1D-0C6C-07923303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55AE7-3794-4D7A-A93B-EA5EF03BA678}" type="datetime1">
              <a:rPr lang="pt-PT" smtClean="0"/>
              <a:t>24/02/2026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A4CF918-8077-7D81-E9D1-4698A63D0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Source: MLB payroll dataset (2011–2024) | Analysis by Steven Boaventura</a:t>
            </a:r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40800F0-9C6C-5E4B-AE25-24EEC3742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5C-BC05-4B0D-AB05-A2C1D657FB8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65555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E9AFE-D1A6-97E2-7517-E2D1A17F1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D81F451-67D4-39F3-F1F2-766BD24A5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BCB34B6-9CD3-1C33-33A1-9DF79B3F5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9DC3-5293-4FB9-BC45-BA3203F8E182}" type="datetime1">
              <a:rPr lang="pt-PT" smtClean="0"/>
              <a:t>24/02/2026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94B9AB5-C79B-FCBF-0528-C9AAA6D0D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Source: MLB payroll dataset (2011–2024) | Analysis by Steven Boaventura</a:t>
            </a:r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D67F0FA-F542-34D1-1CEE-349BF2F7B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5C-BC05-4B0D-AB05-A2C1D657FB8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32094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34705-6A16-0FF2-D9F4-F51A7DE11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B216AC8-7309-3CC0-F2AE-043F29E96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72F67D5-0DAA-2CC3-47C7-0AE459E4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C5F7-EA28-4368-8B42-BA939EA6DF1F}" type="datetime1">
              <a:rPr lang="pt-PT" smtClean="0"/>
              <a:t>24/02/2026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CA6C1ED-36DD-587C-7CB9-0F92968C0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Source: MLB payroll dataset (2011–2024) | Analysis by Steven Boaventura</a:t>
            </a:r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9F4D181-C743-0855-63B9-0A8C6F7A5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5C-BC05-4B0D-AB05-A2C1D657FB8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45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19E5B-1AF0-838C-581C-02CCFC413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97C85FA-2A5A-557B-C9F9-5E6ED6668C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70D6F65-A998-5042-A82D-35DCBFA76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B28FF59-BA7C-9DA9-F2DF-6E6552087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CC8E-7FD3-4585-855D-1CC045DA3220}" type="datetime1">
              <a:rPr lang="pt-PT" smtClean="0"/>
              <a:t>24/02/2026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FFBC2FB-358C-BBE0-813B-17ACD1B47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Source: MLB payroll dataset (2011–2024) | Analysis by Steven Boaventura</a:t>
            </a:r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561857D-008F-A0F8-3E70-AD12C4646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5C-BC05-4B0D-AB05-A2C1D657FB8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2245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A0038-8A45-E700-C66E-33E26323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D636267-1358-E9CF-8803-213745197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21BDC8C-987F-66B1-4D87-0825B924F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7887CC4B-ECF9-030E-C729-2DDD060F0C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AAE51F84-8675-2754-FBBE-0255BD0DC0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D4DED1ED-119D-CE47-5C8A-1B67877FA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DBF4A-71B0-438B-B0EC-06D929970C3A}" type="datetime1">
              <a:rPr lang="pt-PT" smtClean="0"/>
              <a:t>24/02/2026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7C3B312A-1495-DD25-248F-F754E2CDF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Source: MLB payroll dataset (2011–2024) | Analysis by Steven Boaventura</a:t>
            </a:r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B84D52CB-9F7F-4A8E-29A3-0C4CE3D4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5C-BC05-4B0D-AB05-A2C1D657FB8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41259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23C57A-9BF6-9D9C-F439-D842C5945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C55C53EB-D68E-FBF3-7B06-BAB1E3817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5E8DD-C9AF-4FAA-9D0B-F56EC9D13B05}" type="datetime1">
              <a:rPr lang="pt-PT" smtClean="0"/>
              <a:t>24/02/2026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D2C22BF-8694-9236-7482-EA7AAD6CB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Source: MLB payroll dataset (2011–2024) | Analysis by Steven Boaventura</a:t>
            </a:r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C59DF6C1-4AE3-1572-9756-34298C79A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5C-BC05-4B0D-AB05-A2C1D657FB8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9311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4895E7EA-14C6-80B8-19B3-0143569C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C728-811E-423C-9CC0-BE09D8DF2B4A}" type="datetime1">
              <a:rPr lang="pt-PT" smtClean="0"/>
              <a:t>24/02/2026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E1C996AE-64C5-BA31-1ED8-175FC8595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Source: MLB payroll dataset (2011–2024) | Analysis by Steven Boaventura</a:t>
            </a:r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4EEE696-190B-7814-A599-75CE433E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5C-BC05-4B0D-AB05-A2C1D657FB8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95957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65B03-1544-FCA0-BD3E-373DAB4E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872C594-9723-CDA0-A456-F8C851AE4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E516137-4272-8EB4-77E6-266A7FED5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E945AB5-B1B7-950F-2188-C1768A93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2279-B407-4660-B67E-DA4CC83723EA}" type="datetime1">
              <a:rPr lang="pt-PT" smtClean="0"/>
              <a:t>24/02/2026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4181312-C78B-4C82-A6C2-5CC5BEE3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Source: MLB payroll dataset (2011–2024) | Analysis by Steven Boaventura</a:t>
            </a:r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497DAEE-F87B-E77C-FE44-4654A2B6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5C-BC05-4B0D-AB05-A2C1D657FB8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98542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05452-226C-014F-671E-F7C27C172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A6C26AAB-30FD-8245-DF44-1A51657EA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FD289DF-8539-6581-E1EE-90153ABA1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E3A3328-E3D6-6510-87AB-930BAF428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E3C40-5C75-4B65-9778-0915802E8DB9}" type="datetime1">
              <a:rPr lang="pt-PT" smtClean="0"/>
              <a:t>24/02/2026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55B79E6-D622-D6F7-0F47-90EBA0E7F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Source: MLB payroll dataset (2011–2024) | Analysis by Steven Boaventura</a:t>
            </a:r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C45869C-34A7-E609-13B6-38A596CF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5C-BC05-4B0D-AB05-A2C1D657FB8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3449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4D7EC-ED5C-9B1D-FD32-DB21470E4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DF9BFAB0-A14E-98C4-1E9C-7AA536952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5DBE2B2-4466-6EB6-71D5-B6E9945B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CF6DC-1C4A-484E-8659-FC8E25E52920}" type="datetime1">
              <a:rPr lang="pt-PT" smtClean="0"/>
              <a:t>24/02/2026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8929ECA-8DFC-59B3-491C-F6435CD3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Source: MLB payroll dataset (2011–2024) | Analysis by Steven Boaventura</a:t>
            </a:r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CD44851-6901-B3D4-2780-316096865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5C-BC05-4B0D-AB05-A2C1D657FB8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0043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A8D9E0-B668-406A-7967-86BA32FDF5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719E2D5-6B80-5466-9F42-49BB9CEA3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5BC3592-6247-099B-F31E-9492B6645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D627C-895E-4E28-A3A6-8ECF9FE30632}" type="datetime1">
              <a:rPr lang="pt-PT" smtClean="0"/>
              <a:t>24/02/2026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639C5A2-7FC5-F5ED-657C-FAA713FA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Source: MLB payroll dataset (2011–2024) | Analysis by Steven Boaventura</a:t>
            </a:r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8CAD3DA-138B-87A8-7AE2-745013562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5C-BC05-4B0D-AB05-A2C1D657FB8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0444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9779DD40-52DC-2D37-F28B-0967A8CA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98CD2A9-D048-FFE9-78D6-644482907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EE85384-BFC9-28D4-890C-996B671EA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B2F62-7F1D-40E7-96BF-4C6D948DB55F}" type="datetime1">
              <a:rPr lang="pt-PT" smtClean="0"/>
              <a:t>24/02/2026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5508D8D-A5B5-B43A-996A-EE71628C4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Source: MLB payroll dataset (2011–2024) | Analysis by Steven Boaventura</a:t>
            </a:r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84EFA52-F291-A68A-9D28-1E9B6815B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72CD5C-BC05-4B0D-AB05-A2C1D657FB8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8212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14357-7871-CD11-11A8-E5ECA5F1F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721" y="2097087"/>
            <a:ext cx="10166555" cy="2387600"/>
          </a:xfrm>
        </p:spPr>
        <p:txBody>
          <a:bodyPr>
            <a:normAutofit/>
          </a:bodyPr>
          <a:lstStyle/>
          <a:p>
            <a:r>
              <a:rPr lang="en-US" sz="4000" b="1" dirty="0"/>
              <a:t>Payroll vs Performance in MLB (2011–2024)</a:t>
            </a:r>
            <a:r>
              <a:rPr lang="en-US" sz="4000" dirty="0"/>
              <a:t> </a:t>
            </a:r>
            <a:endParaRPr lang="pt-PT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FBBE55-3276-35D1-C6E5-B023C4F2A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22915"/>
            <a:ext cx="9144000" cy="1655762"/>
          </a:xfrm>
        </p:spPr>
        <p:txBody>
          <a:bodyPr/>
          <a:lstStyle/>
          <a:p>
            <a:r>
              <a:rPr lang="en-US" dirty="0"/>
              <a:t>A mini data analysis project using Excel and Power Query</a:t>
            </a:r>
            <a:endParaRPr lang="pt-PT" dirty="0"/>
          </a:p>
        </p:txBody>
      </p:sp>
      <p:pic>
        <p:nvPicPr>
          <p:cNvPr id="7" name="Imagem 6" descr="Uma imagem com logótipo, Gráficos, clipart, design&#10;&#10;Os conteúdos gerados por IA podem estar incorretos.">
            <a:extLst>
              <a:ext uri="{FF2B5EF4-FFF2-40B4-BE49-F238E27FC236}">
                <a16:creationId xmlns:a16="http://schemas.microsoft.com/office/drawing/2014/main" id="{0AD6DD02-1948-2FF7-C123-D6589A605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6095999" cy="3290887"/>
          </a:xfrm>
          <a:prstGeom prst="rect">
            <a:avLst/>
          </a:prstGeom>
        </p:spPr>
      </p:pic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2CEAB370-29F7-C821-1E3F-D78029ACE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3298" y="6251780"/>
            <a:ext cx="5105399" cy="365125"/>
          </a:xfrm>
        </p:spPr>
        <p:txBody>
          <a:bodyPr/>
          <a:lstStyle/>
          <a:p>
            <a:r>
              <a:rPr lang="en-US" dirty="0"/>
              <a:t>Source: MLB payroll dataset (2011–2024) | Analysis by Steven Boaventura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971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6A9B1-BF50-816C-AC8D-4C94E9DD4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Does More Payroll Mean Better Performance?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2DF4C3A-540E-9805-D374-48734BA91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mini project was born from my curiosity about baseball, a sport with strong professional leagues in countries such as the United States, Japan, and South Korea. In baseball, building a winning team requires balancing talent and budget, because signing higher-level players usually requires greater financial investment. The goal of this project is to understand, in a simple way, whether spending more on payroll is associated with better sporting results.</a:t>
            </a:r>
            <a:r>
              <a:rPr lang="pt-PT" dirty="0"/>
              <a:t> 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37506433-25AD-F1DC-7D2A-756ED7360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3300" y="6311900"/>
            <a:ext cx="5105400" cy="365125"/>
          </a:xfrm>
        </p:spPr>
        <p:txBody>
          <a:bodyPr/>
          <a:lstStyle/>
          <a:p>
            <a:r>
              <a:rPr lang="en-US" dirty="0"/>
              <a:t>Source: MLB payroll dataset (2011–2024) | Analysis by Steven Boaventura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87355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0EAFD-FE2D-F4E9-10D9-6B9014161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dirty="0"/>
              <a:t>Data </a:t>
            </a:r>
            <a:r>
              <a:rPr lang="pt-PT" dirty="0" err="1"/>
              <a:t>Preparation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B255854-2A4B-0452-D3E0-6F93CFA6A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Dataset covers MLB team-level data from 2011 to 2024</a:t>
            </a:r>
          </a:p>
          <a:p>
            <a:r>
              <a:rPr lang="en-US" dirty="0"/>
              <a:t>Data cleaning and type standardization were done in Power Query</a:t>
            </a:r>
          </a:p>
          <a:p>
            <a:r>
              <a:rPr lang="en-US" dirty="0"/>
              <a:t>Missing values in payroll allocation subcategories (Injured, Retained, Buried) were treated as 0 when applicable</a:t>
            </a:r>
          </a:p>
          <a:p>
            <a:r>
              <a:rPr lang="en-US" dirty="0"/>
              <a:t>I created derived columns to support the analysis:</a:t>
            </a:r>
          </a:p>
          <a:p>
            <a:pPr lvl="1"/>
            <a:r>
              <a:rPr lang="en-US" dirty="0"/>
              <a:t>Games = Wins + Losses</a:t>
            </a:r>
          </a:p>
          <a:p>
            <a:pPr lvl="1"/>
            <a:r>
              <a:rPr lang="en-US" dirty="0"/>
              <a:t>Win % = Wins / Games (used to compare seasons, especially 2020)</a:t>
            </a:r>
          </a:p>
          <a:p>
            <a:pPr lvl="1"/>
            <a:r>
              <a:rPr lang="en-US" dirty="0"/>
              <a:t>Cost per Win = Total Payroll Allocations / Wins</a:t>
            </a:r>
          </a:p>
          <a:p>
            <a:pPr lvl="1"/>
            <a:r>
              <a:rPr lang="en-US" dirty="0"/>
              <a:t>Payroll Parts Sum and Payroll Diff (data validation)</a:t>
            </a:r>
          </a:p>
          <a:p>
            <a:pPr lvl="1"/>
            <a:r>
              <a:rPr lang="en-US" dirty="0"/>
              <a:t>% Active / % Injured / % Retained / % Buried (payroll structure analysis)</a:t>
            </a:r>
          </a:p>
          <a:p>
            <a:endParaRPr lang="pt-PT" dirty="0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DF53FA3F-2167-868E-C965-63F42AF11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8216" y="6311900"/>
            <a:ext cx="5095568" cy="365125"/>
          </a:xfrm>
        </p:spPr>
        <p:txBody>
          <a:bodyPr/>
          <a:lstStyle/>
          <a:p>
            <a:r>
              <a:rPr lang="en-US" dirty="0"/>
              <a:t>Source: MLB payroll dataset (2011–2024) | Analysis by Steven Boaventura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49902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F5A13-6BE8-BC37-0220-73AC11E88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League Average Payroll Increased Over Time</a:t>
            </a:r>
            <a:endParaRPr lang="pt-PT" dirty="0"/>
          </a:p>
        </p:txBody>
      </p:sp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16CC7766-9B62-0E40-47B2-00D833BB378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10945" y="1297859"/>
          <a:ext cx="11570110" cy="4938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0EA7B6A1-EB7B-23C4-A77C-E922E2E5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9726" y="6310312"/>
            <a:ext cx="5272548" cy="365125"/>
          </a:xfrm>
        </p:spPr>
        <p:txBody>
          <a:bodyPr/>
          <a:lstStyle/>
          <a:p>
            <a:r>
              <a:rPr lang="en-US" dirty="0"/>
              <a:t>Source: MLB payroll dataset (2011–2024) | Analysis by Steven Boaventura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3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9DEEDF-23CA-FD21-C146-444717EC0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Higher Payroll Helps, But Does Not Guarantee Better Performance</a:t>
            </a:r>
            <a:endParaRPr lang="pt-PT" dirty="0"/>
          </a:p>
        </p:txBody>
      </p:sp>
      <p:graphicFrame>
        <p:nvGraphicFramePr>
          <p:cNvPr id="8" name="Marcador de Posição de Conteúdo 7">
            <a:extLst>
              <a:ext uri="{FF2B5EF4-FFF2-40B4-BE49-F238E27FC236}">
                <a16:creationId xmlns:a16="http://schemas.microsoft.com/office/drawing/2014/main" id="{B647F9A2-D11D-862F-9A94-A36D9EFFC2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DD51A160-C8E3-7F49-464F-F554FA9C6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9558" y="6311900"/>
            <a:ext cx="5252884" cy="365125"/>
          </a:xfrm>
        </p:spPr>
        <p:txBody>
          <a:bodyPr/>
          <a:lstStyle/>
          <a:p>
            <a:r>
              <a:rPr lang="en-US" dirty="0"/>
              <a:t>Source: MLB payroll dataset (2011–2024) | Analysis by Steven Boaventura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05551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4C3BB-8457-EC76-D417-ABC7925B0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Team Efficiency Varies Widely (Cost per Win)</a:t>
            </a:r>
            <a:endParaRPr lang="pt-PT" dirty="0"/>
          </a:p>
        </p:txBody>
      </p:sp>
      <p:graphicFrame>
        <p:nvGraphicFramePr>
          <p:cNvPr id="10" name="Marcador de Posição de Conteúdo 9">
            <a:extLst>
              <a:ext uri="{FF2B5EF4-FFF2-40B4-BE49-F238E27FC236}">
                <a16:creationId xmlns:a16="http://schemas.microsoft.com/office/drawing/2014/main" id="{D4C62628-587B-8A6E-C924-E46F01DCEB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3379D936-9CD7-A703-CA12-995DDD8B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0732" y="6311900"/>
            <a:ext cx="5390535" cy="365125"/>
          </a:xfrm>
        </p:spPr>
        <p:txBody>
          <a:bodyPr/>
          <a:lstStyle/>
          <a:p>
            <a:r>
              <a:rPr lang="en-US" dirty="0"/>
              <a:t>Source: MLB payroll dataset (2011–2024) | Analysis by Steven Boaventura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094295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2A542-8982-47D4-DA4F-04839A47D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Payroll Structure by Season Outcome</a:t>
            </a:r>
            <a:endParaRPr lang="pt-PT" dirty="0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E308C092-299A-A813-91C5-B83E85FD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0732" y="6311900"/>
            <a:ext cx="5390535" cy="365125"/>
          </a:xfrm>
        </p:spPr>
        <p:txBody>
          <a:bodyPr/>
          <a:lstStyle/>
          <a:p>
            <a:r>
              <a:rPr lang="en-US" dirty="0"/>
              <a:t>Source: MLB payroll dataset (2011–2024) | Analysis by Steven Boaventura</a:t>
            </a:r>
            <a:endParaRPr lang="pt-PT" dirty="0"/>
          </a:p>
        </p:txBody>
      </p:sp>
      <p:graphicFrame>
        <p:nvGraphicFramePr>
          <p:cNvPr id="7" name="Marcador de Posição de Conteúdo 6">
            <a:extLst>
              <a:ext uri="{FF2B5EF4-FFF2-40B4-BE49-F238E27FC236}">
                <a16:creationId xmlns:a16="http://schemas.microsoft.com/office/drawing/2014/main" id="{DFD677AD-95FF-4E9E-C7EC-5EEF6E9607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67203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D9F5B-8FBE-BA9A-4CFC-52CC084AC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F71C105-A447-E57A-4DD0-9E421983E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Key Findings</a:t>
            </a:r>
          </a:p>
          <a:p>
            <a:r>
              <a:rPr lang="en-US" dirty="0"/>
              <a:t>Payroll shows a positive but moderate relationship with team performance (Win %).</a:t>
            </a:r>
          </a:p>
          <a:p>
            <a:r>
              <a:rPr lang="en-US" dirty="0"/>
              <a:t>Team efficiency varies significantly: some teams achieve better results with lower payrolls, while others underperform despite higher spending.</a:t>
            </a:r>
          </a:p>
          <a:p>
            <a:r>
              <a:rPr lang="en-US" dirty="0"/>
              <a:t>Payroll structure also matters: the allocation across Active, Injured, Retained, and Buried payroll differs by season outcome.</a:t>
            </a:r>
          </a:p>
          <a:p>
            <a:pPr marL="0" indent="0">
              <a:buNone/>
            </a:pPr>
            <a:endParaRPr lang="pt-PT" dirty="0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9D7FE47C-5709-D902-C679-7831E67C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5429" y="6176963"/>
            <a:ext cx="5941142" cy="365125"/>
          </a:xfrm>
        </p:spPr>
        <p:txBody>
          <a:bodyPr/>
          <a:lstStyle/>
          <a:p>
            <a:r>
              <a:rPr lang="en-US" dirty="0"/>
              <a:t>Source: MLB payroll dataset (2011–2024) | Analysis by Steven Boaventura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72165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9E412E6-5B57-218F-8531-B4B8939CE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374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Limitations</a:t>
            </a:r>
          </a:p>
          <a:p>
            <a:r>
              <a:rPr lang="en-US" dirty="0"/>
              <a:t>Payroll alone does not explain performance (injuries, player development, trades, coaching, and roster quality also matter).</a:t>
            </a:r>
          </a:p>
          <a:p>
            <a:r>
              <a:rPr lang="en-US" dirty="0"/>
              <a:t>The analysis is based on historical team-level data and shows association, not direct causation.</a:t>
            </a:r>
          </a:p>
          <a:p>
            <a:pPr marL="0" indent="0" algn="ctr">
              <a:buNone/>
            </a:pPr>
            <a:r>
              <a:rPr lang="en-US" b="1" dirty="0"/>
              <a:t>Next Steps</a:t>
            </a:r>
          </a:p>
          <a:p>
            <a:r>
              <a:rPr lang="en-US" dirty="0"/>
              <a:t>Analyze team-level trends over time to identify consistently efficient or inefficient franchises.</a:t>
            </a:r>
          </a:p>
          <a:p>
            <a:r>
              <a:rPr lang="en-US" dirty="0"/>
              <a:t>Add more performance variables (e.g., run differential, player WAR, injuries) to improve the model.</a:t>
            </a:r>
          </a:p>
          <a:p>
            <a:endParaRPr lang="en-US" dirty="0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8A9AA8B-F7C5-08F4-E39E-29579AE8A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Source: MLB payroll dataset (2011–2024) | Analysis by Steven Boaventura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527444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505</Words>
  <Application>Microsoft Office PowerPoint</Application>
  <PresentationFormat>Ecrã Panorâmico</PresentationFormat>
  <Paragraphs>40</Paragraphs>
  <Slides>9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Payroll vs Performance in MLB (2011–2024) </vt:lpstr>
      <vt:lpstr>Does More Payroll Mean Better Performance?</vt:lpstr>
      <vt:lpstr>Data Preparation</vt:lpstr>
      <vt:lpstr>League Average Payroll Increased Over Time</vt:lpstr>
      <vt:lpstr>Higher Payroll Helps, But Does Not Guarantee Better Performance</vt:lpstr>
      <vt:lpstr>Team Efficiency Varies Widely (Cost per Win)</vt:lpstr>
      <vt:lpstr>Payroll Structure by Season Outcome</vt:lpstr>
      <vt:lpstr>Conclusions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</dc:creator>
  <cp:lastModifiedBy>Steven</cp:lastModifiedBy>
  <cp:revision>3</cp:revision>
  <dcterms:created xsi:type="dcterms:W3CDTF">2026-02-24T15:10:58Z</dcterms:created>
  <dcterms:modified xsi:type="dcterms:W3CDTF">2026-02-24T15:22:57Z</dcterms:modified>
</cp:coreProperties>
</file>